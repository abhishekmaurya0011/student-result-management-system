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 rot="10800000" flipH="1">
            <a:off x="-1411920" y="-1157040"/>
            <a:ext cx="4436280" cy="3714120"/>
          </a:xfrm>
          <a:custGeom>
            <a:avLst/>
            <a:gdLst>
              <a:gd name="textAreaLeft" fmla="*/ -360 w 4436280"/>
              <a:gd name="textAreaRight" fmla="*/ 4436280 w 4436280"/>
              <a:gd name="textAreaTop" fmla="*/ 0 h 3714120"/>
              <a:gd name="textAreaBottom" fmla="*/ 3714480 h 3714120"/>
            </a:gdLst>
            <a:ahLst/>
            <a:cxnLst/>
            <a:rect l="textAreaLeft" t="textAreaTop" r="textAreaRight" b="textAreaBottom"/>
            <a:pathLst>
              <a:path w="61178" h="52038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Google Shape;10;p2"/>
          <p:cNvSpPr/>
          <p:nvPr/>
        </p:nvSpPr>
        <p:spPr>
          <a:xfrm>
            <a:off x="1062720" y="3370680"/>
            <a:ext cx="775080" cy="1012680"/>
          </a:xfrm>
          <a:custGeom>
            <a:avLst/>
            <a:gdLst>
              <a:gd name="textAreaLeft" fmla="*/ 0 w 775080"/>
              <a:gd name="textAreaRight" fmla="*/ 775440 w 775080"/>
              <a:gd name="textAreaTop" fmla="*/ 0 h 1012680"/>
              <a:gd name="textAreaBottom" fmla="*/ 1013040 h 1012680"/>
            </a:gdLst>
            <a:ahLst/>
            <a:cxnLst/>
            <a:rect l="textAreaLeft" t="textAreaTop" r="textAreaRight" b="textAreaBottom"/>
            <a:pathLst>
              <a:path w="17277" h="22564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1;p2"/>
          <p:cNvSpPr/>
          <p:nvPr/>
        </p:nvSpPr>
        <p:spPr>
          <a:xfrm>
            <a:off x="7605360" y="342000"/>
            <a:ext cx="2052360" cy="2052360"/>
          </a:xfrm>
          <a:prstGeom prst="ellipse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" name="Google Shape;12;p2"/>
          <p:cNvGrpSpPr/>
          <p:nvPr/>
        </p:nvGrpSpPr>
        <p:grpSpPr>
          <a:xfrm>
            <a:off x="6412680" y="-640080"/>
            <a:ext cx="1962000" cy="1953000"/>
            <a:chOff x="6412680" y="-640080"/>
            <a:chExt cx="1962000" cy="1953000"/>
          </a:xfrm>
        </p:grpSpPr>
        <p:sp>
          <p:nvSpPr>
            <p:cNvPr id="6" name="Google Shape;13;p2"/>
            <p:cNvSpPr/>
            <p:nvPr/>
          </p:nvSpPr>
          <p:spPr>
            <a:xfrm>
              <a:off x="6628680" y="-281160"/>
              <a:ext cx="1800" cy="216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2160"/>
                <a:gd name="textAreaBottom" fmla="*/ 2520 h 216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6412680" y="-640080"/>
              <a:ext cx="1962000" cy="1953000"/>
            </a:xfrm>
            <a:custGeom>
              <a:avLst/>
              <a:gdLst>
                <a:gd name="textAreaLeft" fmla="*/ 0 w 1962000"/>
                <a:gd name="textAreaRight" fmla="*/ 1962360 w 1962000"/>
                <a:gd name="textAreaTop" fmla="*/ 0 h 1953000"/>
                <a:gd name="textAreaBottom" fmla="*/ 1953360 h 195300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6822000" y="-466200"/>
              <a:ext cx="10080" cy="756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7560"/>
                <a:gd name="textAreaBottom" fmla="*/ 7920 h 756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60" bIns="3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6932520" y="-633240"/>
              <a:ext cx="307800" cy="25956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259560"/>
                <a:gd name="textAreaBottom" fmla="*/ 259920 h 25956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7340760" y="-640080"/>
              <a:ext cx="309240" cy="26640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266400"/>
                <a:gd name="textAreaBottom" fmla="*/ 266760 h 26640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7750440" y="-527400"/>
              <a:ext cx="117000" cy="6876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68760"/>
                <a:gd name="textAreaBottom" fmla="*/ 69120 h 6876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7900920" y="-504360"/>
              <a:ext cx="6480" cy="13068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130680"/>
                <a:gd name="textAreaBottom" fmla="*/ 131040 h 13068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5520" bIns="65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6478200" y="-23400"/>
              <a:ext cx="2160" cy="43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4320"/>
                <a:gd name="textAreaBottom" fmla="*/ 4680 h 432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" bIns="2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6542640" y="-159120"/>
              <a:ext cx="88200" cy="55080"/>
            </a:xfrm>
            <a:custGeom>
              <a:avLst/>
              <a:gdLst>
                <a:gd name="textAreaLeft" fmla="*/ 0 w 88200"/>
                <a:gd name="textAreaRight" fmla="*/ 88560 w 88200"/>
                <a:gd name="textAreaTop" fmla="*/ 0 h 55080"/>
                <a:gd name="textAreaBottom" fmla="*/ 55440 h 5508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720" bIns="27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6731280" y="-371880"/>
              <a:ext cx="307800" cy="35280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2800"/>
                <a:gd name="textAreaBottom" fmla="*/ 353160 h 35280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139520" y="-371880"/>
              <a:ext cx="309240" cy="35172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549200" y="-37188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7957440" y="-337680"/>
              <a:ext cx="307800" cy="31716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17160"/>
                <a:gd name="textAreaBottom" fmla="*/ 317520 h 31716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6415920" y="246960"/>
              <a:ext cx="7560" cy="1008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88" h="242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6524280" y="-97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6932520" y="-97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>
              <a:off x="7340760" y="-9720"/>
              <a:ext cx="309240" cy="35172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>
              <a:off x="7750440" y="-10800"/>
              <a:ext cx="307800" cy="35280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2800"/>
                <a:gd name="textAreaBottom" fmla="*/ 353160 h 35280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>
              <a:off x="8158680" y="-10800"/>
              <a:ext cx="206640" cy="352800"/>
            </a:xfrm>
            <a:custGeom>
              <a:avLst/>
              <a:gdLst>
                <a:gd name="textAreaLeft" fmla="*/ 0 w 206640"/>
                <a:gd name="textAreaRight" fmla="*/ 207000 w 206640"/>
                <a:gd name="textAreaTop" fmla="*/ 0 h 352800"/>
                <a:gd name="textAreaBottom" fmla="*/ 353160 h 35280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>
              <a:off x="6421680" y="331920"/>
              <a:ext cx="209160" cy="35172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6731280" y="3319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7139520" y="331920"/>
              <a:ext cx="309240" cy="35172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>
              <a:off x="7549200" y="3319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>
              <a:off x="7957440" y="33192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365680" y="415800"/>
              <a:ext cx="6480" cy="1008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161" h="242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6524280" y="697680"/>
              <a:ext cx="307800" cy="31356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13560"/>
                <a:gd name="textAreaBottom" fmla="*/ 313920 h 31356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>
              <a:off x="6932520" y="69768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>
              <a:off x="7340760" y="697680"/>
              <a:ext cx="309240" cy="35172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7750440" y="697680"/>
              <a:ext cx="307800" cy="3517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351720"/>
                <a:gd name="textAreaBottom" fmla="*/ 352080 h 35172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158680" y="783000"/>
              <a:ext cx="83520" cy="5256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52560"/>
                <a:gd name="textAreaBottom" fmla="*/ 52920 h 5256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>
              <a:off x="6916320" y="1124640"/>
              <a:ext cx="122760" cy="73440"/>
            </a:xfrm>
            <a:custGeom>
              <a:avLst/>
              <a:gdLst>
                <a:gd name="textAreaLeft" fmla="*/ 0 w 122760"/>
                <a:gd name="textAreaRight" fmla="*/ 123120 w 122760"/>
                <a:gd name="textAreaTop" fmla="*/ 0 h 73440"/>
                <a:gd name="textAreaBottom" fmla="*/ 73800 h 7344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720" bIns="36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>
              <a:off x="6881760" y="1039320"/>
              <a:ext cx="6480" cy="13896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138960"/>
                <a:gd name="textAreaBottom" fmla="*/ 139320 h 13896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480" bIns="69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>
              <a:off x="7139520" y="1039320"/>
              <a:ext cx="309240" cy="27360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273600"/>
                <a:gd name="textAreaBottom" fmla="*/ 273960 h 27360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>
              <a:off x="7549200" y="1039320"/>
              <a:ext cx="307800" cy="265320"/>
            </a:xfrm>
            <a:custGeom>
              <a:avLst/>
              <a:gdLst>
                <a:gd name="textAreaLeft" fmla="*/ 0 w 307800"/>
                <a:gd name="textAreaRight" fmla="*/ 308160 w 307800"/>
                <a:gd name="textAreaTop" fmla="*/ 0 h 265320"/>
                <a:gd name="textAreaBottom" fmla="*/ 265680 h 26532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>
              <a:off x="7957440" y="1124640"/>
              <a:ext cx="13320" cy="10080"/>
            </a:xfrm>
            <a:custGeom>
              <a:avLst/>
              <a:gdLst>
                <a:gd name="textAreaLeft" fmla="*/ 0 w 13320"/>
                <a:gd name="textAreaRight" fmla="*/ 13680 w 1332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" name="Google Shape;48;p2"/>
          <p:cNvSpPr/>
          <p:nvPr/>
        </p:nvSpPr>
        <p:spPr>
          <a:xfrm>
            <a:off x="0" y="4599360"/>
            <a:ext cx="9144000" cy="595080"/>
          </a:xfrm>
          <a:custGeom>
            <a:avLst/>
            <a:gdLst>
              <a:gd name="textAreaLeft" fmla="*/ 0 w 9144000"/>
              <a:gd name="textAreaRight" fmla="*/ 9144360 w 9144000"/>
              <a:gd name="textAreaTop" fmla="*/ 0 h 595080"/>
              <a:gd name="textAreaBottom" fmla="*/ 595440 h 595080"/>
            </a:gdLst>
            <a:ahLst/>
            <a:cxnLst/>
            <a:rect l="textAreaLeft" t="textAreaTop" r="textAreaRight" b="textAreaBottom"/>
            <a:pathLst>
              <a:path w="287196" h="23822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83040" y="1290600"/>
            <a:ext cx="657756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60;p21"/>
          <p:cNvSpPr/>
          <p:nvPr/>
        </p:nvSpPr>
        <p:spPr>
          <a:xfrm rot="19818000">
            <a:off x="6293880" y="45720"/>
            <a:ext cx="4658040" cy="4764960"/>
          </a:xfrm>
          <a:custGeom>
            <a:avLst/>
            <a:gdLst>
              <a:gd name="textAreaLeft" fmla="*/ 0 w 4658040"/>
              <a:gd name="textAreaRight" fmla="*/ 4658400 w 4658040"/>
              <a:gd name="textAreaTop" fmla="*/ 0 h 4764960"/>
              <a:gd name="textAreaBottom" fmla="*/ 4765320 h 4764960"/>
            </a:gdLst>
            <a:ahLst/>
            <a:cxnLst/>
            <a:rect l="textAreaLeft" t="textAreaTop" r="textAreaRight" b="textAreaBottom"/>
            <a:pathLst>
              <a:path w="142469" h="136664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Google Shape;461;p21"/>
          <p:cNvSpPr/>
          <p:nvPr/>
        </p:nvSpPr>
        <p:spPr>
          <a:xfrm>
            <a:off x="6619680" y="1260000"/>
            <a:ext cx="1269360" cy="1657800"/>
          </a:xfrm>
          <a:custGeom>
            <a:avLst/>
            <a:gdLst>
              <a:gd name="textAreaLeft" fmla="*/ 0 w 1269360"/>
              <a:gd name="textAreaRight" fmla="*/ 1269720 w 1269360"/>
              <a:gd name="textAreaTop" fmla="*/ 0 h 1657800"/>
              <a:gd name="textAreaBottom" fmla="*/ 1658160 h 1657800"/>
            </a:gdLst>
            <a:ahLst/>
            <a:cxnLst/>
            <a:rect l="textAreaLeft" t="textAreaTop" r="textAreaRight" b="textAreaBottom"/>
            <a:pathLst>
              <a:path w="17277" h="22564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Google Shape;462;p21"/>
          <p:cNvSpPr/>
          <p:nvPr/>
        </p:nvSpPr>
        <p:spPr>
          <a:xfrm rot="1146000" flipH="1">
            <a:off x="-1426680" y="-803520"/>
            <a:ext cx="3397320" cy="3382920"/>
          </a:xfrm>
          <a:custGeom>
            <a:avLst/>
            <a:gdLst>
              <a:gd name="textAreaLeft" fmla="*/ -360 w 3397320"/>
              <a:gd name="textAreaRight" fmla="*/ 3397320 w 3397320"/>
              <a:gd name="textAreaTop" fmla="*/ 0 h 3382920"/>
              <a:gd name="textAreaBottom" fmla="*/ 3383280 h 3382920"/>
            </a:gdLst>
            <a:ahLst/>
            <a:cxnLst/>
            <a:rect l="textAreaLeft" t="textAreaTop" r="textAreaRight" b="textAreaBottom"/>
            <a:pathLst>
              <a:path w="48235" h="48035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13160" y="523080"/>
            <a:ext cx="7717320" cy="54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8" name="Google Shape;465;p21"/>
          <p:cNvGrpSpPr/>
          <p:nvPr/>
        </p:nvGrpSpPr>
        <p:grpSpPr>
          <a:xfrm>
            <a:off x="4776840" y="3571920"/>
            <a:ext cx="1696320" cy="1688760"/>
            <a:chOff x="4776840" y="3571920"/>
            <a:chExt cx="1696320" cy="1688760"/>
          </a:xfrm>
        </p:grpSpPr>
        <p:sp>
          <p:nvSpPr>
            <p:cNvPr id="49" name="Google Shape;466;p21"/>
            <p:cNvSpPr/>
            <p:nvPr/>
          </p:nvSpPr>
          <p:spPr>
            <a:xfrm flipV="1">
              <a:off x="4776840" y="3572280"/>
              <a:ext cx="1696320" cy="1688400"/>
            </a:xfrm>
            <a:custGeom>
              <a:avLst/>
              <a:gdLst>
                <a:gd name="textAreaLeft" fmla="*/ 0 w 1696320"/>
                <a:gd name="textAreaRight" fmla="*/ 1696680 w 1696320"/>
                <a:gd name="textAreaTop" fmla="*/ 360 h 1688400"/>
                <a:gd name="textAreaBottom" fmla="*/ 1689120 h 168840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467;p21"/>
            <p:cNvSpPr/>
            <p:nvPr/>
          </p:nvSpPr>
          <p:spPr>
            <a:xfrm flipV="1">
              <a:off x="5131080" y="5104080"/>
              <a:ext cx="8640" cy="648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360 h 6480"/>
                <a:gd name="textAreaBottom" fmla="*/ 7200 h 648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468;p21"/>
            <p:cNvSpPr/>
            <p:nvPr/>
          </p:nvSpPr>
          <p:spPr>
            <a:xfrm flipV="1">
              <a:off x="5226480" y="5029560"/>
              <a:ext cx="266040" cy="22428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224280"/>
                <a:gd name="textAreaBottom" fmla="*/ 224280 h 22428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469;p21"/>
            <p:cNvSpPr/>
            <p:nvPr/>
          </p:nvSpPr>
          <p:spPr>
            <a:xfrm flipV="1">
              <a:off x="5579640" y="5030280"/>
              <a:ext cx="267120" cy="23040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230400"/>
                <a:gd name="textAreaBottom" fmla="*/ 231120 h 23040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470;p21"/>
            <p:cNvSpPr/>
            <p:nvPr/>
          </p:nvSpPr>
          <p:spPr>
            <a:xfrm flipV="1">
              <a:off x="5933520" y="5103360"/>
              <a:ext cx="101160" cy="594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-360 h 59400"/>
                <a:gd name="textAreaBottom" fmla="*/ 59400 h 5940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471;p21"/>
            <p:cNvSpPr/>
            <p:nvPr/>
          </p:nvSpPr>
          <p:spPr>
            <a:xfrm flipV="1">
              <a:off x="6063840" y="5030280"/>
              <a:ext cx="5760" cy="11304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360 h 113040"/>
                <a:gd name="textAreaBottom" fmla="*/ 113760 h 11304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472;p21"/>
            <p:cNvSpPr/>
            <p:nvPr/>
          </p:nvSpPr>
          <p:spPr>
            <a:xfrm flipV="1">
              <a:off x="4833720" y="472392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360 h 3600"/>
                <a:gd name="textAreaBottom" fmla="*/ 4320 h 360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473;p21"/>
            <p:cNvSpPr/>
            <p:nvPr/>
          </p:nvSpPr>
          <p:spPr>
            <a:xfrm flipV="1">
              <a:off x="4964040" y="494820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474;p21"/>
            <p:cNvSpPr/>
            <p:nvPr/>
          </p:nvSpPr>
          <p:spPr>
            <a:xfrm flipV="1">
              <a:off x="4889160" y="4797720"/>
              <a:ext cx="76320" cy="47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360 h 47520"/>
                <a:gd name="textAreaBottom" fmla="*/ 48240 h 4752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475;p21"/>
            <p:cNvSpPr/>
            <p:nvPr/>
          </p:nvSpPr>
          <p:spPr>
            <a:xfrm flipV="1">
              <a:off x="5052240" y="4723200"/>
              <a:ext cx="266040" cy="3049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304920"/>
                <a:gd name="textAreaBottom" fmla="*/ 304920 h 30492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476;p21"/>
            <p:cNvSpPr/>
            <p:nvPr/>
          </p:nvSpPr>
          <p:spPr>
            <a:xfrm flipV="1">
              <a:off x="5405400" y="472500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477;p21"/>
            <p:cNvSpPr/>
            <p:nvPr/>
          </p:nvSpPr>
          <p:spPr>
            <a:xfrm flipV="1">
              <a:off x="5759640" y="472500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478;p21"/>
            <p:cNvSpPr/>
            <p:nvPr/>
          </p:nvSpPr>
          <p:spPr>
            <a:xfrm flipV="1">
              <a:off x="6112440" y="4725000"/>
              <a:ext cx="266040" cy="2743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274320"/>
                <a:gd name="textAreaBottom" fmla="*/ 275040 h 27432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479;p21"/>
            <p:cNvSpPr/>
            <p:nvPr/>
          </p:nvSpPr>
          <p:spPr>
            <a:xfrm flipV="1">
              <a:off x="4779720" y="4485240"/>
              <a:ext cx="6480" cy="864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36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188" h="242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480;p21"/>
            <p:cNvSpPr/>
            <p:nvPr/>
          </p:nvSpPr>
          <p:spPr>
            <a:xfrm flipV="1">
              <a:off x="4873320" y="441180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481;p21"/>
            <p:cNvSpPr/>
            <p:nvPr/>
          </p:nvSpPr>
          <p:spPr>
            <a:xfrm flipV="1">
              <a:off x="5226480" y="441180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482;p21"/>
            <p:cNvSpPr/>
            <p:nvPr/>
          </p:nvSpPr>
          <p:spPr>
            <a:xfrm flipV="1">
              <a:off x="5579640" y="441180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483;p21"/>
            <p:cNvSpPr/>
            <p:nvPr/>
          </p:nvSpPr>
          <p:spPr>
            <a:xfrm flipV="1">
              <a:off x="5933520" y="4411080"/>
              <a:ext cx="266040" cy="3049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304920"/>
                <a:gd name="textAreaBottom" fmla="*/ 304920 h 30492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484;p21"/>
            <p:cNvSpPr/>
            <p:nvPr/>
          </p:nvSpPr>
          <p:spPr>
            <a:xfrm flipV="1">
              <a:off x="6286680" y="4411080"/>
              <a:ext cx="178560" cy="30492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-360 h 304920"/>
                <a:gd name="textAreaBottom" fmla="*/ 304920 h 30492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485;p21"/>
            <p:cNvSpPr/>
            <p:nvPr/>
          </p:nvSpPr>
          <p:spPr>
            <a:xfrm flipV="1">
              <a:off x="4784760" y="4116240"/>
              <a:ext cx="180720" cy="303840"/>
            </a:xfrm>
            <a:custGeom>
              <a:avLst/>
              <a:gdLst>
                <a:gd name="textAreaLeft" fmla="*/ 0 w 180720"/>
                <a:gd name="textAreaRight" fmla="*/ 181080 w 1807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486;p21"/>
            <p:cNvSpPr/>
            <p:nvPr/>
          </p:nvSpPr>
          <p:spPr>
            <a:xfrm flipV="1">
              <a:off x="5052240" y="41162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487;p21"/>
            <p:cNvSpPr/>
            <p:nvPr/>
          </p:nvSpPr>
          <p:spPr>
            <a:xfrm flipV="1">
              <a:off x="5405400" y="411624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488;p21"/>
            <p:cNvSpPr/>
            <p:nvPr/>
          </p:nvSpPr>
          <p:spPr>
            <a:xfrm flipV="1">
              <a:off x="5759640" y="41162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489;p21"/>
            <p:cNvSpPr/>
            <p:nvPr/>
          </p:nvSpPr>
          <p:spPr>
            <a:xfrm flipV="1">
              <a:off x="6112440" y="41162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490;p21"/>
            <p:cNvSpPr/>
            <p:nvPr/>
          </p:nvSpPr>
          <p:spPr>
            <a:xfrm flipV="1">
              <a:off x="4873320" y="3832200"/>
              <a:ext cx="266040" cy="27108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271080"/>
                <a:gd name="textAreaBottom" fmla="*/ 271080 h 27108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491;p21"/>
            <p:cNvSpPr/>
            <p:nvPr/>
          </p:nvSpPr>
          <p:spPr>
            <a:xfrm flipV="1">
              <a:off x="5226480" y="380016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492;p21"/>
            <p:cNvSpPr/>
            <p:nvPr/>
          </p:nvSpPr>
          <p:spPr>
            <a:xfrm flipV="1">
              <a:off x="5579640" y="380016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493;p21"/>
            <p:cNvSpPr/>
            <p:nvPr/>
          </p:nvSpPr>
          <p:spPr>
            <a:xfrm flipV="1">
              <a:off x="5933520" y="380016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494;p21"/>
            <p:cNvSpPr/>
            <p:nvPr/>
          </p:nvSpPr>
          <p:spPr>
            <a:xfrm flipV="1">
              <a:off x="6286680" y="3985200"/>
              <a:ext cx="72360" cy="4536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360 h 45360"/>
                <a:gd name="textAreaBottom" fmla="*/ 46080 h 4536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495;p21"/>
            <p:cNvSpPr/>
            <p:nvPr/>
          </p:nvSpPr>
          <p:spPr>
            <a:xfrm flipV="1">
              <a:off x="5212440" y="3671640"/>
              <a:ext cx="106200" cy="63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360 h 63360"/>
                <a:gd name="textAreaBottom" fmla="*/ 64080 h 6336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496;p21"/>
            <p:cNvSpPr/>
            <p:nvPr/>
          </p:nvSpPr>
          <p:spPr>
            <a:xfrm flipV="1">
              <a:off x="5182560" y="3687840"/>
              <a:ext cx="5760" cy="1198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-360 h 119880"/>
                <a:gd name="textAreaBottom" fmla="*/ 119880 h 11988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497;p21"/>
            <p:cNvSpPr/>
            <p:nvPr/>
          </p:nvSpPr>
          <p:spPr>
            <a:xfrm flipV="1">
              <a:off x="5405400" y="3571560"/>
              <a:ext cx="267120" cy="23652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498;p21"/>
            <p:cNvSpPr/>
            <p:nvPr/>
          </p:nvSpPr>
          <p:spPr>
            <a:xfrm flipV="1">
              <a:off x="5759640" y="3578400"/>
              <a:ext cx="266040" cy="2293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229320"/>
                <a:gd name="textAreaBottom" fmla="*/ 229320 h 22932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499;p21"/>
            <p:cNvSpPr/>
            <p:nvPr/>
          </p:nvSpPr>
          <p:spPr>
            <a:xfrm flipV="1">
              <a:off x="6112440" y="3726360"/>
              <a:ext cx="11520" cy="864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36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501;p22"/>
          <p:cNvSpPr/>
          <p:nvPr/>
        </p:nvSpPr>
        <p:spPr>
          <a:xfrm rot="19909800">
            <a:off x="4769640" y="3432240"/>
            <a:ext cx="4310640" cy="2652120"/>
          </a:xfrm>
          <a:custGeom>
            <a:avLst/>
            <a:gdLst>
              <a:gd name="textAreaLeft" fmla="*/ 0 w 4310640"/>
              <a:gd name="textAreaRight" fmla="*/ 4311000 w 4310640"/>
              <a:gd name="textAreaTop" fmla="*/ 0 h 2652120"/>
              <a:gd name="textAreaBottom" fmla="*/ 2652480 h 2652120"/>
            </a:gdLst>
            <a:ahLst/>
            <a:cxnLst/>
            <a:rect l="textAreaLeft" t="textAreaTop" r="textAreaRight" b="textAreaBottom"/>
            <a:pathLst>
              <a:path w="59643" h="36694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Google Shape;502;p22"/>
          <p:cNvSpPr/>
          <p:nvPr/>
        </p:nvSpPr>
        <p:spPr>
          <a:xfrm rot="12624000">
            <a:off x="-891360" y="696240"/>
            <a:ext cx="3210480" cy="3197160"/>
          </a:xfrm>
          <a:custGeom>
            <a:avLst/>
            <a:gdLst>
              <a:gd name="textAreaLeft" fmla="*/ 0 w 3210480"/>
              <a:gd name="textAreaRight" fmla="*/ 3210840 w 3210480"/>
              <a:gd name="textAreaTop" fmla="*/ 0 h 3197160"/>
              <a:gd name="textAreaBottom" fmla="*/ 3197520 h 3197160"/>
            </a:gdLst>
            <a:ahLst/>
            <a:cxnLst/>
            <a:rect l="textAreaLeft" t="textAreaTop" r="textAreaRight" b="textAreaBottom"/>
            <a:pathLst>
              <a:path w="48235" h="48035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6" name="Google Shape;503;p22"/>
          <p:cNvGrpSpPr/>
          <p:nvPr/>
        </p:nvGrpSpPr>
        <p:grpSpPr>
          <a:xfrm>
            <a:off x="5420160" y="-954720"/>
            <a:ext cx="2270520" cy="2260080"/>
            <a:chOff x="5420160" y="-954720"/>
            <a:chExt cx="2270520" cy="2260080"/>
          </a:xfrm>
        </p:grpSpPr>
        <p:sp>
          <p:nvSpPr>
            <p:cNvPr id="87" name="Google Shape;504;p22"/>
            <p:cNvSpPr/>
            <p:nvPr/>
          </p:nvSpPr>
          <p:spPr>
            <a:xfrm>
              <a:off x="5420160" y="-954720"/>
              <a:ext cx="2270520" cy="2260080"/>
            </a:xfrm>
            <a:custGeom>
              <a:avLst/>
              <a:gdLst>
                <a:gd name="textAreaLeft" fmla="*/ 0 w 2270520"/>
                <a:gd name="textAreaRight" fmla="*/ 2270880 w 227052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505;p22"/>
            <p:cNvSpPr/>
            <p:nvPr/>
          </p:nvSpPr>
          <p:spPr>
            <a:xfrm>
              <a:off x="5894280" y="-753480"/>
              <a:ext cx="11520" cy="90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506;p22"/>
            <p:cNvSpPr/>
            <p:nvPr/>
          </p:nvSpPr>
          <p:spPr>
            <a:xfrm>
              <a:off x="6022080" y="-946440"/>
              <a:ext cx="356400" cy="3006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00600"/>
                <a:gd name="textAreaBottom" fmla="*/ 300960 h 30060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507;p22"/>
            <p:cNvSpPr/>
            <p:nvPr/>
          </p:nvSpPr>
          <p:spPr>
            <a:xfrm>
              <a:off x="6494400" y="-954720"/>
              <a:ext cx="357840" cy="30852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508;p22"/>
            <p:cNvSpPr/>
            <p:nvPr/>
          </p:nvSpPr>
          <p:spPr>
            <a:xfrm>
              <a:off x="6968520" y="-824040"/>
              <a:ext cx="135360" cy="7956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509;p22"/>
            <p:cNvSpPr/>
            <p:nvPr/>
          </p:nvSpPr>
          <p:spPr>
            <a:xfrm>
              <a:off x="7142760" y="-797400"/>
              <a:ext cx="7560" cy="15156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51560"/>
                <a:gd name="textAreaBottom" fmla="*/ 151920 h 15156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960" bIns="75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510;p22"/>
            <p:cNvSpPr/>
            <p:nvPr/>
          </p:nvSpPr>
          <p:spPr>
            <a:xfrm>
              <a:off x="5496120" y="-241200"/>
              <a:ext cx="2520" cy="50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" bIns="2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511;p22"/>
            <p:cNvSpPr/>
            <p:nvPr/>
          </p:nvSpPr>
          <p:spPr>
            <a:xfrm>
              <a:off x="5670360" y="-53928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512;p22"/>
            <p:cNvSpPr/>
            <p:nvPr/>
          </p:nvSpPr>
          <p:spPr>
            <a:xfrm>
              <a:off x="5570640" y="-398160"/>
              <a:ext cx="102240" cy="637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513;p22"/>
            <p:cNvSpPr/>
            <p:nvPr/>
          </p:nvSpPr>
          <p:spPr>
            <a:xfrm>
              <a:off x="5788800" y="-644400"/>
              <a:ext cx="356400" cy="408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514;p22"/>
            <p:cNvSpPr/>
            <p:nvPr/>
          </p:nvSpPr>
          <p:spPr>
            <a:xfrm>
              <a:off x="6261480" y="-64440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515;p22"/>
            <p:cNvSpPr/>
            <p:nvPr/>
          </p:nvSpPr>
          <p:spPr>
            <a:xfrm>
              <a:off x="6735240" y="-6444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516;p22"/>
            <p:cNvSpPr/>
            <p:nvPr/>
          </p:nvSpPr>
          <p:spPr>
            <a:xfrm>
              <a:off x="7207920" y="-604440"/>
              <a:ext cx="356400" cy="3672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67200"/>
                <a:gd name="textAreaBottom" fmla="*/ 367560 h 36720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517;p22"/>
            <p:cNvSpPr/>
            <p:nvPr/>
          </p:nvSpPr>
          <p:spPr>
            <a:xfrm>
              <a:off x="5549400" y="-2250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518;p22"/>
            <p:cNvSpPr/>
            <p:nvPr/>
          </p:nvSpPr>
          <p:spPr>
            <a:xfrm>
              <a:off x="6022080" y="-2250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519;p22"/>
            <p:cNvSpPr/>
            <p:nvPr/>
          </p:nvSpPr>
          <p:spPr>
            <a:xfrm>
              <a:off x="6494400" y="-22500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520;p22"/>
            <p:cNvSpPr/>
            <p:nvPr/>
          </p:nvSpPr>
          <p:spPr>
            <a:xfrm>
              <a:off x="6968520" y="-226440"/>
              <a:ext cx="356400" cy="408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521;p22"/>
            <p:cNvSpPr/>
            <p:nvPr/>
          </p:nvSpPr>
          <p:spPr>
            <a:xfrm>
              <a:off x="7440840" y="-226440"/>
              <a:ext cx="239400" cy="408240"/>
            </a:xfrm>
            <a:custGeom>
              <a:avLst/>
              <a:gdLst>
                <a:gd name="textAreaLeft" fmla="*/ 0 w 239400"/>
                <a:gd name="textAreaRight" fmla="*/ 239760 w 239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522;p22"/>
            <p:cNvSpPr/>
            <p:nvPr/>
          </p:nvSpPr>
          <p:spPr>
            <a:xfrm>
              <a:off x="5430960" y="170280"/>
              <a:ext cx="241920" cy="407160"/>
            </a:xfrm>
            <a:custGeom>
              <a:avLst/>
              <a:gdLst>
                <a:gd name="textAreaLeft" fmla="*/ 0 w 241920"/>
                <a:gd name="textAreaRight" fmla="*/ 242280 w 24192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523;p22"/>
            <p:cNvSpPr/>
            <p:nvPr/>
          </p:nvSpPr>
          <p:spPr>
            <a:xfrm>
              <a:off x="5788800" y="17028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524;p22"/>
            <p:cNvSpPr/>
            <p:nvPr/>
          </p:nvSpPr>
          <p:spPr>
            <a:xfrm>
              <a:off x="6261480" y="17028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525;p22"/>
            <p:cNvSpPr/>
            <p:nvPr/>
          </p:nvSpPr>
          <p:spPr>
            <a:xfrm>
              <a:off x="6735240" y="17028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526;p22"/>
            <p:cNvSpPr/>
            <p:nvPr/>
          </p:nvSpPr>
          <p:spPr>
            <a:xfrm>
              <a:off x="7207920" y="17028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527;p22"/>
            <p:cNvSpPr/>
            <p:nvPr/>
          </p:nvSpPr>
          <p:spPr>
            <a:xfrm>
              <a:off x="5549400" y="593640"/>
              <a:ext cx="356400" cy="363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63240"/>
                <a:gd name="textAreaBottom" fmla="*/ 363600 h 36324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528;p22"/>
            <p:cNvSpPr/>
            <p:nvPr/>
          </p:nvSpPr>
          <p:spPr>
            <a:xfrm>
              <a:off x="6022080" y="59364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529;p22"/>
            <p:cNvSpPr/>
            <p:nvPr/>
          </p:nvSpPr>
          <p:spPr>
            <a:xfrm>
              <a:off x="6494400" y="59364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530;p22"/>
            <p:cNvSpPr/>
            <p:nvPr/>
          </p:nvSpPr>
          <p:spPr>
            <a:xfrm>
              <a:off x="6968520" y="59364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531;p22"/>
            <p:cNvSpPr/>
            <p:nvPr/>
          </p:nvSpPr>
          <p:spPr>
            <a:xfrm>
              <a:off x="7440840" y="691920"/>
              <a:ext cx="96840" cy="60840"/>
            </a:xfrm>
            <a:custGeom>
              <a:avLst/>
              <a:gdLst>
                <a:gd name="textAreaLeft" fmla="*/ 0 w 96840"/>
                <a:gd name="textAreaRight" fmla="*/ 97200 w 9684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532;p22"/>
            <p:cNvSpPr/>
            <p:nvPr/>
          </p:nvSpPr>
          <p:spPr>
            <a:xfrm>
              <a:off x="6003360" y="1087560"/>
              <a:ext cx="142200" cy="8496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480" bIns="42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533;p22"/>
            <p:cNvSpPr/>
            <p:nvPr/>
          </p:nvSpPr>
          <p:spPr>
            <a:xfrm>
              <a:off x="5963400" y="988920"/>
              <a:ext cx="7560" cy="16092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60920"/>
                <a:gd name="textAreaBottom" fmla="*/ 161280 h 16092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640" bIns="80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534;p22"/>
            <p:cNvSpPr/>
            <p:nvPr/>
          </p:nvSpPr>
          <p:spPr>
            <a:xfrm>
              <a:off x="6261480" y="988920"/>
              <a:ext cx="357840" cy="31644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16440"/>
                <a:gd name="textAreaBottom" fmla="*/ 316800 h 31644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535;p22"/>
            <p:cNvSpPr/>
            <p:nvPr/>
          </p:nvSpPr>
          <p:spPr>
            <a:xfrm>
              <a:off x="6735240" y="988920"/>
              <a:ext cx="356400" cy="30708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07080"/>
                <a:gd name="textAreaBottom" fmla="*/ 307440 h 30708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536;p22"/>
            <p:cNvSpPr/>
            <p:nvPr/>
          </p:nvSpPr>
          <p:spPr>
            <a:xfrm>
              <a:off x="7207920" y="1087560"/>
              <a:ext cx="15480" cy="1152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569600" y="1152000"/>
            <a:ext cx="6004800" cy="151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4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13160" y="523080"/>
            <a:ext cx="7717320" cy="54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3" name="Google Shape;542;p23"/>
          <p:cNvSpPr/>
          <p:nvPr/>
        </p:nvSpPr>
        <p:spPr>
          <a:xfrm>
            <a:off x="-598320" y="3985560"/>
            <a:ext cx="1844280" cy="1626840"/>
          </a:xfrm>
          <a:custGeom>
            <a:avLst/>
            <a:gdLst>
              <a:gd name="textAreaLeft" fmla="*/ 0 w 1844280"/>
              <a:gd name="textAreaRight" fmla="*/ 1844640 w 1844280"/>
              <a:gd name="textAreaTop" fmla="*/ 0 h 1626840"/>
              <a:gd name="textAreaBottom" fmla="*/ 1627200 h 1626840"/>
            </a:gdLst>
            <a:ahLst/>
            <a:cxnLst/>
            <a:rect l="textAreaLeft" t="textAreaTop" r="textAreaRight" b="textAreaBottom"/>
            <a:pathLst>
              <a:path w="13679" h="12066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4" name="Google Shape;543;p23"/>
          <p:cNvSpPr/>
          <p:nvPr/>
        </p:nvSpPr>
        <p:spPr>
          <a:xfrm rot="7619400">
            <a:off x="7151400" y="2766960"/>
            <a:ext cx="3210480" cy="3197160"/>
          </a:xfrm>
          <a:custGeom>
            <a:avLst/>
            <a:gdLst>
              <a:gd name="textAreaLeft" fmla="*/ 0 w 3210480"/>
              <a:gd name="textAreaRight" fmla="*/ 3210840 w 3210480"/>
              <a:gd name="textAreaTop" fmla="*/ 0 h 3197160"/>
              <a:gd name="textAreaBottom" fmla="*/ 3197520 h 3197160"/>
            </a:gdLst>
            <a:ahLst/>
            <a:cxnLst/>
            <a:rect l="textAreaLeft" t="textAreaTop" r="textAreaRight" b="textAreaBottom"/>
            <a:pathLst>
              <a:path w="48235" h="48035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5" name="Google Shape;544;p23"/>
          <p:cNvGrpSpPr/>
          <p:nvPr/>
        </p:nvGrpSpPr>
        <p:grpSpPr>
          <a:xfrm>
            <a:off x="7295400" y="-672840"/>
            <a:ext cx="2270520" cy="2260080"/>
            <a:chOff x="7295400" y="-672840"/>
            <a:chExt cx="2270520" cy="2260080"/>
          </a:xfrm>
        </p:grpSpPr>
        <p:sp>
          <p:nvSpPr>
            <p:cNvPr id="126" name="Google Shape;545;p23"/>
            <p:cNvSpPr/>
            <p:nvPr/>
          </p:nvSpPr>
          <p:spPr>
            <a:xfrm>
              <a:off x="7295400" y="-672840"/>
              <a:ext cx="2270520" cy="2260080"/>
            </a:xfrm>
            <a:custGeom>
              <a:avLst/>
              <a:gdLst>
                <a:gd name="textAreaLeft" fmla="*/ 0 w 2270520"/>
                <a:gd name="textAreaRight" fmla="*/ 2270880 w 2270520"/>
                <a:gd name="textAreaTop" fmla="*/ 0 h 2260080"/>
                <a:gd name="textAreaBottom" fmla="*/ 2260440 h 226008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546;p23"/>
            <p:cNvSpPr/>
            <p:nvPr/>
          </p:nvSpPr>
          <p:spPr>
            <a:xfrm>
              <a:off x="7769160" y="-471960"/>
              <a:ext cx="11520" cy="90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547;p23"/>
            <p:cNvSpPr/>
            <p:nvPr/>
          </p:nvSpPr>
          <p:spPr>
            <a:xfrm>
              <a:off x="7896960" y="-664920"/>
              <a:ext cx="356400" cy="3006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00600"/>
                <a:gd name="textAreaBottom" fmla="*/ 300960 h 30060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548;p23"/>
            <p:cNvSpPr/>
            <p:nvPr/>
          </p:nvSpPr>
          <p:spPr>
            <a:xfrm>
              <a:off x="8369640" y="-672840"/>
              <a:ext cx="357840" cy="30852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08520"/>
                <a:gd name="textAreaBottom" fmla="*/ 308880 h 30852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549;p23"/>
            <p:cNvSpPr/>
            <p:nvPr/>
          </p:nvSpPr>
          <p:spPr>
            <a:xfrm>
              <a:off x="8843400" y="-542520"/>
              <a:ext cx="135360" cy="79560"/>
            </a:xfrm>
            <a:custGeom>
              <a:avLst/>
              <a:gdLst>
                <a:gd name="textAreaLeft" fmla="*/ 0 w 135360"/>
                <a:gd name="textAreaRight" fmla="*/ 135720 w 135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550;p23"/>
            <p:cNvSpPr/>
            <p:nvPr/>
          </p:nvSpPr>
          <p:spPr>
            <a:xfrm>
              <a:off x="9017640" y="-515880"/>
              <a:ext cx="7560" cy="15156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51560"/>
                <a:gd name="textAreaBottom" fmla="*/ 151920 h 15156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960" bIns="75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551;p23"/>
            <p:cNvSpPr/>
            <p:nvPr/>
          </p:nvSpPr>
          <p:spPr>
            <a:xfrm>
              <a:off x="7371000" y="40680"/>
              <a:ext cx="2520" cy="504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5040"/>
                <a:gd name="textAreaBottom" fmla="*/ 5400 h 504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20" bIns="2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552;p23"/>
            <p:cNvSpPr/>
            <p:nvPr/>
          </p:nvSpPr>
          <p:spPr>
            <a:xfrm>
              <a:off x="7545600" y="-257760"/>
              <a:ext cx="2160" cy="2520"/>
            </a:xfrm>
            <a:custGeom>
              <a:avLst/>
              <a:gdLst>
                <a:gd name="textAreaLeft" fmla="*/ 0 w 2160"/>
                <a:gd name="textAreaRight" fmla="*/ 2520 w 2160"/>
                <a:gd name="textAreaTop" fmla="*/ 0 h 2520"/>
                <a:gd name="textAreaBottom" fmla="*/ 2880 h 252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" bIns="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553;p23"/>
            <p:cNvSpPr/>
            <p:nvPr/>
          </p:nvSpPr>
          <p:spPr>
            <a:xfrm>
              <a:off x="7445520" y="-116640"/>
              <a:ext cx="102240" cy="637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554;p23"/>
            <p:cNvSpPr/>
            <p:nvPr/>
          </p:nvSpPr>
          <p:spPr>
            <a:xfrm>
              <a:off x="7664040" y="-362880"/>
              <a:ext cx="356400" cy="408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555;p23"/>
            <p:cNvSpPr/>
            <p:nvPr/>
          </p:nvSpPr>
          <p:spPr>
            <a:xfrm>
              <a:off x="8136720" y="-36288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556;p23"/>
            <p:cNvSpPr/>
            <p:nvPr/>
          </p:nvSpPr>
          <p:spPr>
            <a:xfrm>
              <a:off x="8610480" y="-36288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557;p23"/>
            <p:cNvSpPr/>
            <p:nvPr/>
          </p:nvSpPr>
          <p:spPr>
            <a:xfrm>
              <a:off x="9083160" y="-322920"/>
              <a:ext cx="356400" cy="36720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67200"/>
                <a:gd name="textAreaBottom" fmla="*/ 367560 h 36720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558;p23"/>
            <p:cNvSpPr/>
            <p:nvPr/>
          </p:nvSpPr>
          <p:spPr>
            <a:xfrm>
              <a:off x="7424280" y="5652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559;p23"/>
            <p:cNvSpPr/>
            <p:nvPr/>
          </p:nvSpPr>
          <p:spPr>
            <a:xfrm>
              <a:off x="7896960" y="5652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560;p23"/>
            <p:cNvSpPr/>
            <p:nvPr/>
          </p:nvSpPr>
          <p:spPr>
            <a:xfrm>
              <a:off x="8369640" y="5652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561;p23"/>
            <p:cNvSpPr/>
            <p:nvPr/>
          </p:nvSpPr>
          <p:spPr>
            <a:xfrm>
              <a:off x="8843400" y="55080"/>
              <a:ext cx="356400" cy="408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562;p23"/>
            <p:cNvSpPr/>
            <p:nvPr/>
          </p:nvSpPr>
          <p:spPr>
            <a:xfrm>
              <a:off x="9316080" y="55080"/>
              <a:ext cx="239400" cy="408240"/>
            </a:xfrm>
            <a:custGeom>
              <a:avLst/>
              <a:gdLst>
                <a:gd name="textAreaLeft" fmla="*/ 0 w 239400"/>
                <a:gd name="textAreaRight" fmla="*/ 239760 w 239400"/>
                <a:gd name="textAreaTop" fmla="*/ 0 h 408240"/>
                <a:gd name="textAreaBottom" fmla="*/ 408600 h 40824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563;p23"/>
            <p:cNvSpPr/>
            <p:nvPr/>
          </p:nvSpPr>
          <p:spPr>
            <a:xfrm>
              <a:off x="7305840" y="451800"/>
              <a:ext cx="241920" cy="407160"/>
            </a:xfrm>
            <a:custGeom>
              <a:avLst/>
              <a:gdLst>
                <a:gd name="textAreaLeft" fmla="*/ 0 w 241920"/>
                <a:gd name="textAreaRight" fmla="*/ 242280 w 24192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564;p23"/>
            <p:cNvSpPr/>
            <p:nvPr/>
          </p:nvSpPr>
          <p:spPr>
            <a:xfrm>
              <a:off x="7664040" y="4518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565;p23"/>
            <p:cNvSpPr/>
            <p:nvPr/>
          </p:nvSpPr>
          <p:spPr>
            <a:xfrm>
              <a:off x="8136720" y="45180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566;p23"/>
            <p:cNvSpPr/>
            <p:nvPr/>
          </p:nvSpPr>
          <p:spPr>
            <a:xfrm>
              <a:off x="8610480" y="4518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567;p23"/>
            <p:cNvSpPr/>
            <p:nvPr/>
          </p:nvSpPr>
          <p:spPr>
            <a:xfrm>
              <a:off x="9083160" y="45180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568;p23"/>
            <p:cNvSpPr/>
            <p:nvPr/>
          </p:nvSpPr>
          <p:spPr>
            <a:xfrm>
              <a:off x="7424280" y="875160"/>
              <a:ext cx="356400" cy="36324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63240"/>
                <a:gd name="textAreaBottom" fmla="*/ 363600 h 36324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569;p23"/>
            <p:cNvSpPr/>
            <p:nvPr/>
          </p:nvSpPr>
          <p:spPr>
            <a:xfrm>
              <a:off x="7896960" y="87516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570;p23"/>
            <p:cNvSpPr/>
            <p:nvPr/>
          </p:nvSpPr>
          <p:spPr>
            <a:xfrm>
              <a:off x="8369640" y="875160"/>
              <a:ext cx="357840" cy="40716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571;p23"/>
            <p:cNvSpPr/>
            <p:nvPr/>
          </p:nvSpPr>
          <p:spPr>
            <a:xfrm>
              <a:off x="8843400" y="875160"/>
              <a:ext cx="356400" cy="40716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407160"/>
                <a:gd name="textAreaBottom" fmla="*/ 407520 h 40716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572;p23"/>
            <p:cNvSpPr/>
            <p:nvPr/>
          </p:nvSpPr>
          <p:spPr>
            <a:xfrm>
              <a:off x="9316080" y="973800"/>
              <a:ext cx="96840" cy="60840"/>
            </a:xfrm>
            <a:custGeom>
              <a:avLst/>
              <a:gdLst>
                <a:gd name="textAreaLeft" fmla="*/ 0 w 96840"/>
                <a:gd name="textAreaRight" fmla="*/ 97200 w 96840"/>
                <a:gd name="textAreaTop" fmla="*/ 0 h 60840"/>
                <a:gd name="textAreaBottom" fmla="*/ 61200 h 6084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573;p23"/>
            <p:cNvSpPr/>
            <p:nvPr/>
          </p:nvSpPr>
          <p:spPr>
            <a:xfrm>
              <a:off x="7878240" y="1369080"/>
              <a:ext cx="142200" cy="84960"/>
            </a:xfrm>
            <a:custGeom>
              <a:avLst/>
              <a:gdLst>
                <a:gd name="textAreaLeft" fmla="*/ 0 w 142200"/>
                <a:gd name="textAreaRight" fmla="*/ 142560 w 142200"/>
                <a:gd name="textAreaTop" fmla="*/ 0 h 84960"/>
                <a:gd name="textAreaBottom" fmla="*/ 85320 h 8496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2480" bIns="42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574;p23"/>
            <p:cNvSpPr/>
            <p:nvPr/>
          </p:nvSpPr>
          <p:spPr>
            <a:xfrm>
              <a:off x="7838280" y="1270440"/>
              <a:ext cx="7560" cy="16092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160920"/>
                <a:gd name="textAreaBottom" fmla="*/ 161280 h 16092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640" bIns="80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575;p23"/>
            <p:cNvSpPr/>
            <p:nvPr/>
          </p:nvSpPr>
          <p:spPr>
            <a:xfrm>
              <a:off x="8136720" y="1270440"/>
              <a:ext cx="357840" cy="316440"/>
            </a:xfrm>
            <a:custGeom>
              <a:avLst/>
              <a:gdLst>
                <a:gd name="textAreaLeft" fmla="*/ 0 w 357840"/>
                <a:gd name="textAreaRight" fmla="*/ 358200 w 357840"/>
                <a:gd name="textAreaTop" fmla="*/ 0 h 316440"/>
                <a:gd name="textAreaBottom" fmla="*/ 316800 h 31644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576;p23"/>
            <p:cNvSpPr/>
            <p:nvPr/>
          </p:nvSpPr>
          <p:spPr>
            <a:xfrm>
              <a:off x="8610480" y="1270440"/>
              <a:ext cx="356400" cy="307080"/>
            </a:xfrm>
            <a:custGeom>
              <a:avLst/>
              <a:gdLst>
                <a:gd name="textAreaLeft" fmla="*/ 0 w 356400"/>
                <a:gd name="textAreaRight" fmla="*/ 356760 w 356400"/>
                <a:gd name="textAreaTop" fmla="*/ 0 h 307080"/>
                <a:gd name="textAreaBottom" fmla="*/ 307440 h 30708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577;p23"/>
            <p:cNvSpPr/>
            <p:nvPr/>
          </p:nvSpPr>
          <p:spPr>
            <a:xfrm>
              <a:off x="9083160" y="1369080"/>
              <a:ext cx="15480" cy="1152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510;p62"/>
          <p:cNvSpPr/>
          <p:nvPr/>
        </p:nvSpPr>
        <p:spPr>
          <a:xfrm rot="5716200" flipH="1">
            <a:off x="3128400" y="-16560"/>
            <a:ext cx="3009240" cy="5911200"/>
          </a:xfrm>
          <a:custGeom>
            <a:avLst/>
            <a:gdLst>
              <a:gd name="textAreaLeft" fmla="*/ -360 w 3009240"/>
              <a:gd name="textAreaRight" fmla="*/ 3009240 w 3009240"/>
              <a:gd name="textAreaTop" fmla="*/ 0 h 5911200"/>
              <a:gd name="textAreaBottom" fmla="*/ 5911560 h 5911200"/>
            </a:gdLst>
            <a:ahLst/>
            <a:cxnLst/>
            <a:rect l="textAreaLeft" t="textAreaTop" r="textAreaRight" b="textAreaBottom"/>
            <a:pathLst>
              <a:path w="72386" h="83294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9" name="Google Shape;1511;p62"/>
          <p:cNvSpPr/>
          <p:nvPr/>
        </p:nvSpPr>
        <p:spPr>
          <a:xfrm rot="20191200">
            <a:off x="7059240" y="-1531440"/>
            <a:ext cx="3561120" cy="4437360"/>
          </a:xfrm>
          <a:custGeom>
            <a:avLst/>
            <a:gdLst>
              <a:gd name="textAreaLeft" fmla="*/ 0 w 3561120"/>
              <a:gd name="textAreaRight" fmla="*/ 3561480 w 3561120"/>
              <a:gd name="textAreaTop" fmla="*/ 0 h 4437360"/>
              <a:gd name="textAreaBottom" fmla="*/ 4437720 h 4437360"/>
            </a:gdLst>
            <a:ahLst/>
            <a:cxnLst/>
            <a:rect l="textAreaLeft" t="textAreaTop" r="textAreaRight" b="textAreaBottom"/>
            <a:pathLst>
              <a:path w="15146" h="21250">
                <a:moveTo>
                  <a:pt x="2903" y="12143"/>
                </a:moveTo>
                <a:cubicBezTo>
                  <a:pt x="1936" y="10308"/>
                  <a:pt x="234" y="9174"/>
                  <a:pt x="201" y="6972"/>
                </a:cubicBezTo>
                <a:cubicBezTo>
                  <a:pt x="1" y="1"/>
                  <a:pt x="7773" y="1769"/>
                  <a:pt x="11209" y="4637"/>
                </a:cubicBezTo>
                <a:cubicBezTo>
                  <a:pt x="13877" y="6839"/>
                  <a:pt x="15145" y="10208"/>
                  <a:pt x="14178" y="13544"/>
                </a:cubicBezTo>
                <a:cubicBezTo>
                  <a:pt x="13310" y="16379"/>
                  <a:pt x="10141" y="21249"/>
                  <a:pt x="6472" y="20349"/>
                </a:cubicBezTo>
                <a:cubicBezTo>
                  <a:pt x="3203" y="19581"/>
                  <a:pt x="4070" y="14811"/>
                  <a:pt x="3070" y="12476"/>
                </a:cubicBezTo>
                <a:cubicBezTo>
                  <a:pt x="3036" y="12343"/>
                  <a:pt x="2970" y="12243"/>
                  <a:pt x="2903" y="1214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0" name="Google Shape;1512;p62"/>
          <p:cNvSpPr/>
          <p:nvPr/>
        </p:nvSpPr>
        <p:spPr>
          <a:xfrm rot="10800000">
            <a:off x="797760" y="2886480"/>
            <a:ext cx="1774440" cy="177444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1" name="Google Shape;1513;p62"/>
          <p:cNvGrpSpPr/>
          <p:nvPr/>
        </p:nvGrpSpPr>
        <p:grpSpPr>
          <a:xfrm>
            <a:off x="162720" y="2264760"/>
            <a:ext cx="1696320" cy="1688400"/>
            <a:chOff x="162720" y="2264760"/>
            <a:chExt cx="1696320" cy="1688400"/>
          </a:xfrm>
        </p:grpSpPr>
        <p:sp>
          <p:nvSpPr>
            <p:cNvPr id="172" name="Google Shape;1514;p62"/>
            <p:cNvSpPr/>
            <p:nvPr/>
          </p:nvSpPr>
          <p:spPr>
            <a:xfrm rot="10800000">
              <a:off x="162720" y="2264760"/>
              <a:ext cx="1696320" cy="1688400"/>
            </a:xfrm>
            <a:custGeom>
              <a:avLst/>
              <a:gdLst>
                <a:gd name="textAreaLeft" fmla="*/ 0 w 1696320"/>
                <a:gd name="textAreaRight" fmla="*/ 1696680 w 1696320"/>
                <a:gd name="textAreaTop" fmla="*/ 0 h 1688400"/>
                <a:gd name="textAreaBottom" fmla="*/ 1688760 h 168840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1515;p62"/>
            <p:cNvSpPr/>
            <p:nvPr/>
          </p:nvSpPr>
          <p:spPr>
            <a:xfrm rot="10800000">
              <a:off x="1496160" y="3796560"/>
              <a:ext cx="8640" cy="648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6480"/>
                <a:gd name="textAreaBottom" fmla="*/ 6840 h 648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516;p62"/>
            <p:cNvSpPr/>
            <p:nvPr/>
          </p:nvSpPr>
          <p:spPr>
            <a:xfrm rot="10800000">
              <a:off x="1143360" y="3722760"/>
              <a:ext cx="266040" cy="22428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224280"/>
                <a:gd name="textAreaBottom" fmla="*/ 224640 h 22428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517;p62"/>
            <p:cNvSpPr/>
            <p:nvPr/>
          </p:nvSpPr>
          <p:spPr>
            <a:xfrm rot="10800000">
              <a:off x="789120" y="3722760"/>
              <a:ext cx="267120" cy="23040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518;p62"/>
            <p:cNvSpPr/>
            <p:nvPr/>
          </p:nvSpPr>
          <p:spPr>
            <a:xfrm rot="10800000">
              <a:off x="601200" y="3796200"/>
              <a:ext cx="101160" cy="594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59400"/>
                <a:gd name="textAreaBottom" fmla="*/ 59760 h 5940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1519;p62"/>
            <p:cNvSpPr/>
            <p:nvPr/>
          </p:nvSpPr>
          <p:spPr>
            <a:xfrm rot="10800000">
              <a:off x="566280" y="3722760"/>
              <a:ext cx="5760" cy="11304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113040"/>
                <a:gd name="textAreaBottom" fmla="*/ 113400 h 11304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1520;p62"/>
            <p:cNvSpPr/>
            <p:nvPr/>
          </p:nvSpPr>
          <p:spPr>
            <a:xfrm rot="10800000">
              <a:off x="1800360" y="341640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1521;p62"/>
            <p:cNvSpPr/>
            <p:nvPr/>
          </p:nvSpPr>
          <p:spPr>
            <a:xfrm rot="10800000">
              <a:off x="1670040" y="364104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522;p62"/>
            <p:cNvSpPr/>
            <p:nvPr/>
          </p:nvSpPr>
          <p:spPr>
            <a:xfrm rot="10800000">
              <a:off x="1670400" y="3489840"/>
              <a:ext cx="76320" cy="47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523;p62"/>
            <p:cNvSpPr/>
            <p:nvPr/>
          </p:nvSpPr>
          <p:spPr>
            <a:xfrm rot="10800000">
              <a:off x="1317600" y="3416400"/>
              <a:ext cx="266040" cy="3049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4920"/>
                <a:gd name="textAreaBottom" fmla="*/ 305280 h 30492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524;p62"/>
            <p:cNvSpPr/>
            <p:nvPr/>
          </p:nvSpPr>
          <p:spPr>
            <a:xfrm rot="10800000">
              <a:off x="963360" y="341748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1525;p62"/>
            <p:cNvSpPr/>
            <p:nvPr/>
          </p:nvSpPr>
          <p:spPr>
            <a:xfrm rot="10800000">
              <a:off x="610200" y="34174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526;p62"/>
            <p:cNvSpPr/>
            <p:nvPr/>
          </p:nvSpPr>
          <p:spPr>
            <a:xfrm rot="10800000">
              <a:off x="257400" y="3417120"/>
              <a:ext cx="266040" cy="2743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274320"/>
                <a:gd name="textAreaBottom" fmla="*/ 274680 h 27432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527;p62"/>
            <p:cNvSpPr/>
            <p:nvPr/>
          </p:nvSpPr>
          <p:spPr>
            <a:xfrm rot="10800000">
              <a:off x="1849680" y="3177720"/>
              <a:ext cx="6480" cy="864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188" h="242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1528;p62"/>
            <p:cNvSpPr/>
            <p:nvPr/>
          </p:nvSpPr>
          <p:spPr>
            <a:xfrm rot="10800000">
              <a:off x="1496520" y="31042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529;p62"/>
            <p:cNvSpPr/>
            <p:nvPr/>
          </p:nvSpPr>
          <p:spPr>
            <a:xfrm rot="10800000">
              <a:off x="1143360" y="31042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530;p62"/>
            <p:cNvSpPr/>
            <p:nvPr/>
          </p:nvSpPr>
          <p:spPr>
            <a:xfrm rot="10800000">
              <a:off x="789120" y="310428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1531;p62"/>
            <p:cNvSpPr/>
            <p:nvPr/>
          </p:nvSpPr>
          <p:spPr>
            <a:xfrm rot="10800000">
              <a:off x="436320" y="3104280"/>
              <a:ext cx="266040" cy="3049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4920"/>
                <a:gd name="textAreaBottom" fmla="*/ 305280 h 30492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532;p62"/>
            <p:cNvSpPr/>
            <p:nvPr/>
          </p:nvSpPr>
          <p:spPr>
            <a:xfrm rot="10800000">
              <a:off x="170640" y="3104280"/>
              <a:ext cx="178560" cy="30492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0 h 304920"/>
                <a:gd name="textAreaBottom" fmla="*/ 305280 h 30492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1533;p62"/>
            <p:cNvSpPr/>
            <p:nvPr/>
          </p:nvSpPr>
          <p:spPr>
            <a:xfrm rot="10800000">
              <a:off x="1670400" y="2809080"/>
              <a:ext cx="180720" cy="303840"/>
            </a:xfrm>
            <a:custGeom>
              <a:avLst/>
              <a:gdLst>
                <a:gd name="textAreaLeft" fmla="*/ 0 w 180720"/>
                <a:gd name="textAreaRight" fmla="*/ 181080 w 1807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534;p62"/>
            <p:cNvSpPr/>
            <p:nvPr/>
          </p:nvSpPr>
          <p:spPr>
            <a:xfrm rot="10800000">
              <a:off x="1317600" y="28090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1535;p62"/>
            <p:cNvSpPr/>
            <p:nvPr/>
          </p:nvSpPr>
          <p:spPr>
            <a:xfrm rot="10800000">
              <a:off x="963360" y="280908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1536;p62"/>
            <p:cNvSpPr/>
            <p:nvPr/>
          </p:nvSpPr>
          <p:spPr>
            <a:xfrm rot="10800000">
              <a:off x="610200" y="28090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1537;p62"/>
            <p:cNvSpPr/>
            <p:nvPr/>
          </p:nvSpPr>
          <p:spPr>
            <a:xfrm rot="10800000">
              <a:off x="257400" y="280908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1538;p62"/>
            <p:cNvSpPr/>
            <p:nvPr/>
          </p:nvSpPr>
          <p:spPr>
            <a:xfrm rot="10800000">
              <a:off x="1496520" y="2525400"/>
              <a:ext cx="266040" cy="27108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271080"/>
                <a:gd name="textAreaBottom" fmla="*/ 271440 h 27108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539;p62"/>
            <p:cNvSpPr/>
            <p:nvPr/>
          </p:nvSpPr>
          <p:spPr>
            <a:xfrm rot="10800000">
              <a:off x="1143360" y="24926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540;p62"/>
            <p:cNvSpPr/>
            <p:nvPr/>
          </p:nvSpPr>
          <p:spPr>
            <a:xfrm rot="10800000">
              <a:off x="789120" y="249264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541;p62"/>
            <p:cNvSpPr/>
            <p:nvPr/>
          </p:nvSpPr>
          <p:spPr>
            <a:xfrm rot="10800000">
              <a:off x="436320" y="24926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303840"/>
                <a:gd name="textAreaBottom" fmla="*/ 30420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542;p62"/>
            <p:cNvSpPr/>
            <p:nvPr/>
          </p:nvSpPr>
          <p:spPr>
            <a:xfrm rot="10800000">
              <a:off x="276840" y="2677680"/>
              <a:ext cx="72360" cy="4536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45360"/>
                <a:gd name="textAreaBottom" fmla="*/ 45720 h 4536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1543;p62"/>
            <p:cNvSpPr/>
            <p:nvPr/>
          </p:nvSpPr>
          <p:spPr>
            <a:xfrm rot="10800000">
              <a:off x="1317240" y="2364120"/>
              <a:ext cx="106200" cy="63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63360"/>
                <a:gd name="textAreaBottom" fmla="*/ 63720 h 6336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1544;p62"/>
            <p:cNvSpPr/>
            <p:nvPr/>
          </p:nvSpPr>
          <p:spPr>
            <a:xfrm rot="10800000">
              <a:off x="1447560" y="2381400"/>
              <a:ext cx="5760" cy="1198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545;p62"/>
            <p:cNvSpPr/>
            <p:nvPr/>
          </p:nvSpPr>
          <p:spPr>
            <a:xfrm rot="10800000">
              <a:off x="963360" y="2264760"/>
              <a:ext cx="267120" cy="23652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546;p62"/>
            <p:cNvSpPr/>
            <p:nvPr/>
          </p:nvSpPr>
          <p:spPr>
            <a:xfrm rot="10800000">
              <a:off x="610200" y="2271960"/>
              <a:ext cx="266040" cy="2293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0 h 229320"/>
                <a:gd name="textAreaBottom" fmla="*/ 229680 h 22932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547;p62"/>
            <p:cNvSpPr/>
            <p:nvPr/>
          </p:nvSpPr>
          <p:spPr>
            <a:xfrm rot="10800000">
              <a:off x="511920" y="2418840"/>
              <a:ext cx="11520" cy="864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8640"/>
                <a:gd name="textAreaBottom" fmla="*/ 9000 h 864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6" name="Google Shape;1548;p62"/>
          <p:cNvSpPr/>
          <p:nvPr/>
        </p:nvSpPr>
        <p:spPr>
          <a:xfrm rot="8100000">
            <a:off x="371520" y="-1149840"/>
            <a:ext cx="1938600" cy="3305160"/>
          </a:xfrm>
          <a:custGeom>
            <a:avLst/>
            <a:gdLst>
              <a:gd name="textAreaLeft" fmla="*/ 0 w 1938600"/>
              <a:gd name="textAreaRight" fmla="*/ 1938960 w 1938600"/>
              <a:gd name="textAreaTop" fmla="*/ 0 h 3305160"/>
              <a:gd name="textAreaBottom" fmla="*/ 3305520 h 3305160"/>
            </a:gdLst>
            <a:ahLst/>
            <a:cxnLst/>
            <a:rect l="textAreaLeft" t="textAreaTop" r="textAreaRight" b="textAreaBottom"/>
            <a:pathLst>
              <a:path w="19210" h="32752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2333880" y="540000"/>
            <a:ext cx="4476240" cy="1065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8" name="Google Shape;1551;p62"/>
          <p:cNvSpPr/>
          <p:nvPr/>
        </p:nvSpPr>
        <p:spPr>
          <a:xfrm>
            <a:off x="2265840" y="3431520"/>
            <a:ext cx="4612320" cy="60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</a:rPr>
              <a:t>, including icons, infographics &amp; images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  <a:hlinkClick r:id="rId3"/>
              </a:rPr>
              <a:t>Freepik</a:t>
            </a: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Manjari"/>
                <a:ea typeface="Manja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2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691;p27"/>
          <p:cNvSpPr/>
          <p:nvPr/>
        </p:nvSpPr>
        <p:spPr>
          <a:xfrm rot="672000">
            <a:off x="-3534120" y="414000"/>
            <a:ext cx="4680360" cy="4251600"/>
          </a:xfrm>
          <a:custGeom>
            <a:avLst/>
            <a:gdLst>
              <a:gd name="textAreaLeft" fmla="*/ 0 w 4680360"/>
              <a:gd name="textAreaRight" fmla="*/ 4680720 w 4680360"/>
              <a:gd name="textAreaTop" fmla="*/ 0 h 4251600"/>
              <a:gd name="textAreaBottom" fmla="*/ 4251960 h 4251600"/>
            </a:gdLst>
            <a:ahLst/>
            <a:cxnLst/>
            <a:rect l="textAreaLeft" t="textAreaTop" r="textAreaRight" b="textAreaBottom"/>
            <a:pathLst>
              <a:path w="65181" h="5921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1" name="Google Shape;692;p27"/>
          <p:cNvSpPr/>
          <p:nvPr/>
        </p:nvSpPr>
        <p:spPr>
          <a:xfrm>
            <a:off x="8264520" y="465480"/>
            <a:ext cx="1459800" cy="1906560"/>
          </a:xfrm>
          <a:custGeom>
            <a:avLst/>
            <a:gdLst>
              <a:gd name="textAreaLeft" fmla="*/ 0 w 1459800"/>
              <a:gd name="textAreaRight" fmla="*/ 1460160 w 1459800"/>
              <a:gd name="textAreaTop" fmla="*/ 0 h 1906560"/>
              <a:gd name="textAreaBottom" fmla="*/ 1906920 h 1906560"/>
            </a:gdLst>
            <a:ahLst/>
            <a:cxnLst/>
            <a:rect l="textAreaLeft" t="textAreaTop" r="textAreaRight" b="textAreaBottom"/>
            <a:pathLst>
              <a:path w="17277" h="22564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13160" y="523080"/>
            <a:ext cx="7717320" cy="54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92;p4"/>
          <p:cNvSpPr/>
          <p:nvPr/>
        </p:nvSpPr>
        <p:spPr>
          <a:xfrm rot="19837800" flipH="1">
            <a:off x="-645480" y="2383560"/>
            <a:ext cx="2540160" cy="3781080"/>
          </a:xfrm>
          <a:custGeom>
            <a:avLst/>
            <a:gdLst>
              <a:gd name="textAreaLeft" fmla="*/ 360 w 2540160"/>
              <a:gd name="textAreaRight" fmla="*/ 2540880 w 2540160"/>
              <a:gd name="textAreaTop" fmla="*/ 0 h 3781080"/>
              <a:gd name="textAreaBottom" fmla="*/ 3781440 h 3781080"/>
            </a:gdLst>
            <a:ahLst/>
            <a:cxnLst/>
            <a:rect l="textAreaLeft" t="textAreaTop" r="textAreaRight" b="textAreaBottom"/>
            <a:pathLst>
              <a:path w="142469" h="136664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Google Shape;93;p4"/>
          <p:cNvSpPr/>
          <p:nvPr/>
        </p:nvSpPr>
        <p:spPr>
          <a:xfrm>
            <a:off x="8139600" y="1901520"/>
            <a:ext cx="1844280" cy="1626840"/>
          </a:xfrm>
          <a:custGeom>
            <a:avLst/>
            <a:gdLst>
              <a:gd name="textAreaLeft" fmla="*/ 0 w 1844280"/>
              <a:gd name="textAreaRight" fmla="*/ 1844640 w 1844280"/>
              <a:gd name="textAreaTop" fmla="*/ 0 h 1626840"/>
              <a:gd name="textAreaBottom" fmla="*/ 1627200 h 1626840"/>
            </a:gdLst>
            <a:ahLst/>
            <a:cxnLst/>
            <a:rect l="textAreaLeft" t="textAreaTop" r="textAreaRight" b="textAreaBottom"/>
            <a:pathLst>
              <a:path w="13679" h="12066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body"/>
          </p:nvPr>
        </p:nvSpPr>
        <p:spPr>
          <a:xfrm>
            <a:off x="713160" y="115236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67" name="PlaceHolder 2"/>
          <p:cNvSpPr>
            <a:spLocks noGrp="1"/>
          </p:cNvSpPr>
          <p:nvPr>
            <p:ph type="title"/>
          </p:nvPr>
        </p:nvSpPr>
        <p:spPr>
          <a:xfrm>
            <a:off x="713160" y="523080"/>
            <a:ext cx="7717320" cy="541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/>
          <p:cNvSpPr/>
          <p:nvPr/>
        </p:nvSpPr>
        <p:spPr>
          <a:xfrm>
            <a:off x="1285920" y="1295280"/>
            <a:ext cx="6581520" cy="694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Student Results</a:t>
            </a:r>
            <a:endParaRPr lang="en-US" sz="5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1285920" y="3390840"/>
            <a:ext cx="658152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A minimal C-based system for efficient record management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210"/>
          <p:cNvSpPr/>
          <p:nvPr/>
        </p:nvSpPr>
        <p:spPr>
          <a:xfrm>
            <a:off x="714240" y="523800"/>
            <a:ext cx="771480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0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rgbClr val="40474B"/>
                </a:solidFill>
                <a:effectLst/>
                <a:uFillTx/>
                <a:latin typeface="Hammersmith One"/>
              </a:rPr>
              <a:t>Student Result </a:t>
            </a:r>
            <a:r>
              <a:rPr lang="en-US" sz="3000" b="1" dirty="0">
                <a:solidFill>
                  <a:srgbClr val="40474B"/>
                </a:solidFill>
                <a:latin typeface="Hammersmith One"/>
              </a:rPr>
              <a:t>Management </a:t>
            </a:r>
            <a:r>
              <a:rPr lang="en-US" sz="3000" b="1" u="none" strike="noStrike" dirty="0">
                <a:solidFill>
                  <a:srgbClr val="40474B"/>
                </a:solidFill>
                <a:effectLst/>
                <a:uFillTx/>
                <a:latin typeface="Hammersmith One"/>
              </a:rPr>
              <a:t>System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2" name="Rectangle 211"/>
          <p:cNvSpPr/>
          <p:nvPr/>
        </p:nvSpPr>
        <p:spPr>
          <a:xfrm>
            <a:off x="714240" y="1123920"/>
            <a:ext cx="829584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0474B"/>
                </a:solidFill>
                <a:effectLst/>
                <a:uFillTx/>
                <a:latin typeface="Manjari"/>
              </a:rPr>
              <a:t>Student Result Management System is presented by </a:t>
            </a:r>
            <a:r>
              <a:rPr lang="en-US" sz="1600" dirty="0">
                <a:solidFill>
                  <a:srgbClr val="40474B"/>
                </a:solidFill>
                <a:latin typeface="Manjari"/>
              </a:rPr>
              <a:t>Abhishek Maurya</a:t>
            </a:r>
            <a:r>
              <a:rPr lang="en-US" sz="1600" b="0" u="none" strike="noStrike" dirty="0">
                <a:solidFill>
                  <a:srgbClr val="40474B"/>
                </a:solidFill>
                <a:effectLst/>
                <a:uFillTx/>
                <a:latin typeface="Manjari"/>
              </a:rPr>
              <a:t> (Roll 24081001000</a:t>
            </a:r>
            <a:r>
              <a:rPr lang="en-US" sz="1600" dirty="0">
                <a:solidFill>
                  <a:srgbClr val="40474B"/>
                </a:solidFill>
                <a:latin typeface="Manjari"/>
              </a:rPr>
              <a:t>08</a:t>
            </a:r>
            <a:r>
              <a:rPr lang="en-US" sz="1600" b="0" u="none" strike="noStrike" dirty="0">
                <a:solidFill>
                  <a:srgbClr val="40474B"/>
                </a:solidFill>
                <a:effectLst/>
                <a:uFillTx/>
                <a:latin typeface="Manjari"/>
              </a:rPr>
              <a:t>) of GN Group of Institutes, under the guidance of Parth Shukla. Implemented in C using Visual Studio Code, the project embodies a compact, educational tool for managing student records and results. The slide adopts a minimal blue-and-white theme to align with academic standards.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212"/>
          <p:cNvSpPr/>
          <p:nvPr/>
        </p:nvSpPr>
        <p:spPr>
          <a:xfrm>
            <a:off x="1571760" y="1152360"/>
            <a:ext cx="6000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Manual Records Pain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4" name="Rectangle 213"/>
          <p:cNvSpPr/>
          <p:nvPr/>
        </p:nvSpPr>
        <p:spPr>
          <a:xfrm>
            <a:off x="1571760" y="2752560"/>
            <a:ext cx="6000480" cy="255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Manual student records waste time, invite errors, and scale poorly as cohorts grow. Searching for a student’s marks across paper sheets is tedious, updating subjects, and computing totals are error-prone. The project automates this with a menu-driven C program and file-backed storage, solving search, update, and result calculation needs.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: Rounded Corners 214"/>
          <p:cNvSpPr/>
          <p:nvPr/>
        </p:nvSpPr>
        <p:spPr>
          <a:xfrm>
            <a:off x="47628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6" name="Rectangle: Rounded Corners 215"/>
          <p:cNvSpPr/>
          <p:nvPr/>
        </p:nvSpPr>
        <p:spPr>
          <a:xfrm>
            <a:off x="252396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7" name="Rectangle: Rounded Corners 216"/>
          <p:cNvSpPr/>
          <p:nvPr/>
        </p:nvSpPr>
        <p:spPr>
          <a:xfrm>
            <a:off x="457200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8" name="Rectangle: Rounded Corners 217"/>
          <p:cNvSpPr/>
          <p:nvPr/>
        </p:nvSpPr>
        <p:spPr>
          <a:xfrm>
            <a:off x="6620040" y="1866960"/>
            <a:ext cx="1914120" cy="280008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9" name="Rectangle 218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Functional Objectives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0" name="Rectangle 219"/>
          <p:cNvSpPr/>
          <p:nvPr/>
        </p:nvSpPr>
        <p:spPr>
          <a:xfrm>
            <a:off x="47628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1" name="Rectangle 220"/>
          <p:cNvSpPr/>
          <p:nvPr/>
        </p:nvSpPr>
        <p:spPr>
          <a:xfrm>
            <a:off x="666720" y="213372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ammersmith One"/>
              </a:rPr>
              <a:t>Add 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2" name="Rectangle 221"/>
          <p:cNvSpPr/>
          <p:nvPr/>
        </p:nvSpPr>
        <p:spPr>
          <a:xfrm>
            <a:off x="666720" y="2666880"/>
            <a:ext cx="153324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Create a new student entry with personal details and initial marks.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3" name="Rectangle 222"/>
          <p:cNvSpPr/>
          <p:nvPr/>
        </p:nvSpPr>
        <p:spPr>
          <a:xfrm>
            <a:off x="252396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4" name="Rectangle 223"/>
          <p:cNvSpPr/>
          <p:nvPr/>
        </p:nvSpPr>
        <p:spPr>
          <a:xfrm>
            <a:off x="2714760" y="2133720"/>
            <a:ext cx="153324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ammersmith One"/>
              </a:rPr>
              <a:t>Store Marks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5" name="Rectangle 224"/>
          <p:cNvSpPr/>
          <p:nvPr/>
        </p:nvSpPr>
        <p:spPr>
          <a:xfrm>
            <a:off x="2714760" y="266688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Capture subject-wise marks for each student.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6" name="Rectangle 225"/>
          <p:cNvSpPr/>
          <p:nvPr/>
        </p:nvSpPr>
        <p:spPr>
          <a:xfrm>
            <a:off x="457200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7" name="Rectangle 226"/>
          <p:cNvSpPr/>
          <p:nvPr/>
        </p:nvSpPr>
        <p:spPr>
          <a:xfrm>
            <a:off x="4762440" y="213372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ammersmith One"/>
              </a:rPr>
              <a:t>Compute Totals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8" name="Rectangle 227"/>
          <p:cNvSpPr/>
          <p:nvPr/>
        </p:nvSpPr>
        <p:spPr>
          <a:xfrm>
            <a:off x="4762440" y="2666880"/>
            <a:ext cx="153324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Calculate total marks and percentage per student.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9" name="Rectangle 228"/>
          <p:cNvSpPr/>
          <p:nvPr/>
        </p:nvSpPr>
        <p:spPr>
          <a:xfrm>
            <a:off x="6620040" y="1238400"/>
            <a:ext cx="19141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0" name="Rectangle 229"/>
          <p:cNvSpPr/>
          <p:nvPr/>
        </p:nvSpPr>
        <p:spPr>
          <a:xfrm>
            <a:off x="6810480" y="2133720"/>
            <a:ext cx="153324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Hammersmith One"/>
              </a:rPr>
              <a:t>Auto Grades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1" name="Rectangle 230"/>
          <p:cNvSpPr/>
          <p:nvPr/>
        </p:nvSpPr>
        <p:spPr>
          <a:xfrm>
            <a:off x="6810480" y="2666880"/>
            <a:ext cx="153324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Manjari"/>
              </a:rPr>
              <a:t>Assign grades automatically from totals and percentage.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: Rounded Corners 231"/>
          <p:cNvSpPr/>
          <p:nvPr/>
        </p:nvSpPr>
        <p:spPr>
          <a:xfrm>
            <a:off x="3610080" y="628560"/>
            <a:ext cx="9000" cy="38858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3" name="Rectangle: Rounded Corners 232"/>
          <p:cNvSpPr/>
          <p:nvPr/>
        </p:nvSpPr>
        <p:spPr>
          <a:xfrm>
            <a:off x="3143160" y="324000"/>
            <a:ext cx="952200" cy="3045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4" name="Rectangle: Rounded Corners 233"/>
          <p:cNvSpPr/>
          <p:nvPr/>
        </p:nvSpPr>
        <p:spPr>
          <a:xfrm>
            <a:off x="3143160" y="4514760"/>
            <a:ext cx="952200" cy="3045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3610080" y="1000080"/>
            <a:ext cx="561600" cy="9000"/>
          </a:xfrm>
          <a:prstGeom prst="rect">
            <a:avLst/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5640" rIns="90000" bIns="-356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6" name="Isosceles Triangle 235"/>
          <p:cNvSpPr/>
          <p:nvPr/>
        </p:nvSpPr>
        <p:spPr>
          <a:xfrm rot="5400000">
            <a:off x="4172040" y="961920"/>
            <a:ext cx="75960" cy="75960"/>
          </a:xfrm>
          <a:prstGeom prst="triangle">
            <a:avLst>
              <a:gd name="adj" fmla="val 50000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6840" rIns="90000" bIns="-68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7" name="Rectangle 236"/>
          <p:cNvSpPr/>
          <p:nvPr/>
        </p:nvSpPr>
        <p:spPr>
          <a:xfrm>
            <a:off x="3610080" y="2048040"/>
            <a:ext cx="561600" cy="9000"/>
          </a:xfrm>
          <a:prstGeom prst="rect">
            <a:avLst/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5640" rIns="90000" bIns="-356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8" name="Isosceles Triangle 237"/>
          <p:cNvSpPr/>
          <p:nvPr/>
        </p:nvSpPr>
        <p:spPr>
          <a:xfrm rot="5400000">
            <a:off x="4172040" y="2009880"/>
            <a:ext cx="75960" cy="75960"/>
          </a:xfrm>
          <a:prstGeom prst="triangle">
            <a:avLst>
              <a:gd name="adj" fmla="val 50000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6840" rIns="90000" bIns="-68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9" name="Rectangle 238"/>
          <p:cNvSpPr/>
          <p:nvPr/>
        </p:nvSpPr>
        <p:spPr>
          <a:xfrm>
            <a:off x="3610080" y="3095640"/>
            <a:ext cx="561600" cy="9000"/>
          </a:xfrm>
          <a:prstGeom prst="rect">
            <a:avLst/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5640" rIns="90000" bIns="-356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0" name="Isosceles Triangle 239"/>
          <p:cNvSpPr/>
          <p:nvPr/>
        </p:nvSpPr>
        <p:spPr>
          <a:xfrm rot="5400000">
            <a:off x="4172040" y="3057480"/>
            <a:ext cx="75960" cy="75960"/>
          </a:xfrm>
          <a:prstGeom prst="triangle">
            <a:avLst>
              <a:gd name="adj" fmla="val 50000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6840" rIns="90000" bIns="-68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1" name="Rectangle 240"/>
          <p:cNvSpPr/>
          <p:nvPr/>
        </p:nvSpPr>
        <p:spPr>
          <a:xfrm>
            <a:off x="3610080" y="4143240"/>
            <a:ext cx="561600" cy="9000"/>
          </a:xfrm>
          <a:prstGeom prst="rect">
            <a:avLst/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5640" rIns="90000" bIns="-356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2" name="Isosceles Triangle 241"/>
          <p:cNvSpPr/>
          <p:nvPr/>
        </p:nvSpPr>
        <p:spPr>
          <a:xfrm rot="5400000">
            <a:off x="4172040" y="4105440"/>
            <a:ext cx="75960" cy="75960"/>
          </a:xfrm>
          <a:prstGeom prst="triangle">
            <a:avLst>
              <a:gd name="adj" fmla="val 50000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6840" rIns="90000" bIns="-684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3" name="Rectangle 242"/>
          <p:cNvSpPr/>
          <p:nvPr/>
        </p:nvSpPr>
        <p:spPr>
          <a:xfrm>
            <a:off x="476280" y="324000"/>
            <a:ext cx="2285640" cy="7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Functional Objectives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4476600" y="71424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Add Records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5" name="Rectangle 244"/>
          <p:cNvSpPr/>
          <p:nvPr/>
        </p:nvSpPr>
        <p:spPr>
          <a:xfrm>
            <a:off x="6191280" y="542880"/>
            <a:ext cx="24760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Create a new student record with core details.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6" name="Rectangle 245"/>
          <p:cNvSpPr/>
          <p:nvPr/>
        </p:nvSpPr>
        <p:spPr>
          <a:xfrm>
            <a:off x="4476600" y="176220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Store Marks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7" name="Rectangle 246"/>
          <p:cNvSpPr/>
          <p:nvPr/>
        </p:nvSpPr>
        <p:spPr>
          <a:xfrm>
            <a:off x="6191280" y="1590840"/>
            <a:ext cx="24760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Assign subject-wise marks to the student.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8" name="Rectangle 247"/>
          <p:cNvSpPr/>
          <p:nvPr/>
        </p:nvSpPr>
        <p:spPr>
          <a:xfrm>
            <a:off x="4476600" y="2809800"/>
            <a:ext cx="1523520" cy="58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Compute Totals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9" name="Rectangle 248"/>
          <p:cNvSpPr/>
          <p:nvPr/>
        </p:nvSpPr>
        <p:spPr>
          <a:xfrm>
            <a:off x="6191280" y="2638440"/>
            <a:ext cx="24760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Sum marks and compute total and percentage.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0" name="Rectangle 249"/>
          <p:cNvSpPr/>
          <p:nvPr/>
        </p:nvSpPr>
        <p:spPr>
          <a:xfrm>
            <a:off x="4476600" y="3857760"/>
            <a:ext cx="152352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Auto Grade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1" name="Rectangle 250"/>
          <p:cNvSpPr/>
          <p:nvPr/>
        </p:nvSpPr>
        <p:spPr>
          <a:xfrm>
            <a:off x="6191280" y="3686040"/>
            <a:ext cx="24760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Automatically derive a grade from the percentage.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251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Features Over Manual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3" name="Rectangle 252"/>
          <p:cNvSpPr/>
          <p:nvPr/>
        </p:nvSpPr>
        <p:spPr>
          <a:xfrm>
            <a:off x="476280" y="1333440"/>
            <a:ext cx="390492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Program: a single input form that writes to student.txt. Manual: multiple paper entries, prone to transcription errors and torn pages. Icons signal action: plus for add, centralized in the file.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4" name="Rectangle 253"/>
          <p:cNvSpPr/>
          <p:nvPr/>
        </p:nvSpPr>
        <p:spPr>
          <a:xfrm>
            <a:off x="4762440" y="1333440"/>
            <a:ext cx="390492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Program: Display shows a formatted list read from student.txt; Search performs a linear scan of the file by roll number. Manual: Display relies on browsing paper records; Search is a visual, time-consuming hunt.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476280" y="4381560"/>
            <a:ext cx="81910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Automated, file-backed operations reduce effort and errors compared with paper records.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: Rounded Corners 255"/>
          <p:cNvSpPr/>
          <p:nvPr/>
        </p:nvSpPr>
        <p:spPr>
          <a:xfrm>
            <a:off x="240984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7" name="Rectangle: Rounded Corners 256"/>
          <p:cNvSpPr/>
          <p:nvPr/>
        </p:nvSpPr>
        <p:spPr>
          <a:xfrm>
            <a:off x="445788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8" name="Rectangle: Rounded Corners 257"/>
          <p:cNvSpPr/>
          <p:nvPr/>
        </p:nvSpPr>
        <p:spPr>
          <a:xfrm>
            <a:off x="6505560" y="2104920"/>
            <a:ext cx="114120" cy="900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36720" rIns="90000" bIns="-36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59" name="Rectangle: Rounded Corners 258"/>
          <p:cNvSpPr/>
          <p:nvPr/>
        </p:nvSpPr>
        <p:spPr>
          <a:xfrm>
            <a:off x="476280" y="2000160"/>
            <a:ext cx="1933200" cy="2091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0" name="Rectangle: Rounded Corners 259"/>
          <p:cNvSpPr/>
          <p:nvPr/>
        </p:nvSpPr>
        <p:spPr>
          <a:xfrm>
            <a:off x="143820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1" name="Rectangle: Rounded Corners 260"/>
          <p:cNvSpPr/>
          <p:nvPr/>
        </p:nvSpPr>
        <p:spPr>
          <a:xfrm>
            <a:off x="2523960" y="2000160"/>
            <a:ext cx="1933200" cy="2091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2" name="Rectangle: Rounded Corners 261"/>
          <p:cNvSpPr/>
          <p:nvPr/>
        </p:nvSpPr>
        <p:spPr>
          <a:xfrm>
            <a:off x="348624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3" name="Rectangle: Rounded Corners 262"/>
          <p:cNvSpPr/>
          <p:nvPr/>
        </p:nvSpPr>
        <p:spPr>
          <a:xfrm>
            <a:off x="4572000" y="2000160"/>
            <a:ext cx="1933200" cy="2091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4" name="Rectangle: Rounded Corners 263"/>
          <p:cNvSpPr/>
          <p:nvPr/>
        </p:nvSpPr>
        <p:spPr>
          <a:xfrm>
            <a:off x="553392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5" name="Rectangle: Rounded Corners 264"/>
          <p:cNvSpPr/>
          <p:nvPr/>
        </p:nvSpPr>
        <p:spPr>
          <a:xfrm>
            <a:off x="6620040" y="2000160"/>
            <a:ext cx="1933200" cy="209160"/>
          </a:xfrm>
          <a:prstGeom prst="roundRect">
            <a:avLst>
              <a:gd name="adj" fmla="val 16667"/>
            </a:avLst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6" name="Rectangle: Rounded Corners 265"/>
          <p:cNvSpPr/>
          <p:nvPr/>
        </p:nvSpPr>
        <p:spPr>
          <a:xfrm>
            <a:off x="7581960" y="2209680"/>
            <a:ext cx="9000" cy="323640"/>
          </a:xfrm>
          <a:prstGeom prst="roundRect">
            <a:avLst>
              <a:gd name="adj" fmla="val 16667"/>
            </a:avLst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7" name="Rectangle 266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Runtime 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8" name="Rectangle 267"/>
          <p:cNvSpPr/>
          <p:nvPr/>
        </p:nvSpPr>
        <p:spPr>
          <a:xfrm>
            <a:off x="476280" y="1219320"/>
            <a:ext cx="19332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Start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Rectangle 268"/>
          <p:cNvSpPr/>
          <p:nvPr/>
        </p:nvSpPr>
        <p:spPr>
          <a:xfrm>
            <a:off x="476280" y="2619360"/>
            <a:ext cx="193320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Application initializes and awaits user input.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0" name="Rectangle 269"/>
          <p:cNvSpPr/>
          <p:nvPr/>
        </p:nvSpPr>
        <p:spPr>
          <a:xfrm>
            <a:off x="2523960" y="1219320"/>
            <a:ext cx="19332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Main Menu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2523960" y="2619360"/>
            <a:ext cx="193320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Main menu is presented to guide subsequent choices.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2" name="Rectangle 271"/>
          <p:cNvSpPr/>
          <p:nvPr/>
        </p:nvSpPr>
        <p:spPr>
          <a:xfrm>
            <a:off x="4572000" y="1219320"/>
            <a:ext cx="19332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Choose Op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4572000" y="2619360"/>
            <a:ext cx="1933200" cy="70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User selects Add, Display, Search, or Update/Delete.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4" name="Rectangle 273"/>
          <p:cNvSpPr/>
          <p:nvPr/>
        </p:nvSpPr>
        <p:spPr>
          <a:xfrm>
            <a:off x="6620040" y="1219320"/>
            <a:ext cx="193320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Perform Ops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" name="Rectangle 274"/>
          <p:cNvSpPr/>
          <p:nvPr/>
        </p:nvSpPr>
        <p:spPr>
          <a:xfrm>
            <a:off x="6620040" y="2619360"/>
            <a:ext cx="1933200" cy="88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The chosen operation executes and data moves through in-memory structures.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 275"/>
          <p:cNvSpPr/>
          <p:nvPr/>
        </p:nvSpPr>
        <p:spPr>
          <a:xfrm>
            <a:off x="609480" y="1219320"/>
            <a:ext cx="2590560" cy="18720"/>
          </a:xfrm>
          <a:prstGeom prst="rect">
            <a:avLst/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7" name="Rectangle 276"/>
          <p:cNvSpPr/>
          <p:nvPr/>
        </p:nvSpPr>
        <p:spPr>
          <a:xfrm>
            <a:off x="3333600" y="1219320"/>
            <a:ext cx="2590560" cy="18720"/>
          </a:xfrm>
          <a:prstGeom prst="rect">
            <a:avLst/>
          </a:prstGeom>
          <a:solidFill>
            <a:srgbClr val="40474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-25920" rIns="90000" bIns="-259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8" name="Oval 277"/>
          <p:cNvSpPr/>
          <p:nvPr/>
        </p:nvSpPr>
        <p:spPr>
          <a:xfrm>
            <a:off x="476280" y="1152360"/>
            <a:ext cx="132840" cy="132840"/>
          </a:xfrm>
          <a:prstGeom prst="ellipse">
            <a:avLst/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9" name="Oval 278"/>
          <p:cNvSpPr/>
          <p:nvPr/>
        </p:nvSpPr>
        <p:spPr>
          <a:xfrm>
            <a:off x="3200400" y="1152360"/>
            <a:ext cx="132840" cy="132840"/>
          </a:xfrm>
          <a:prstGeom prst="ellipse">
            <a:avLst/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0" name="Oval 279"/>
          <p:cNvSpPr/>
          <p:nvPr/>
        </p:nvSpPr>
        <p:spPr>
          <a:xfrm>
            <a:off x="5924520" y="1152360"/>
            <a:ext cx="132840" cy="132840"/>
          </a:xfrm>
          <a:prstGeom prst="ellipse">
            <a:avLst/>
          </a:prstGeom>
          <a:solidFill>
            <a:srgbClr val="A0A29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clip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1" name="Rectangle 280"/>
          <p:cNvSpPr/>
          <p:nvPr/>
        </p:nvSpPr>
        <p:spPr>
          <a:xfrm>
            <a:off x="476280" y="380880"/>
            <a:ext cx="81910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Runtime Flow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2" name="Rectangle 281"/>
          <p:cNvSpPr/>
          <p:nvPr/>
        </p:nvSpPr>
        <p:spPr>
          <a:xfrm>
            <a:off x="476280" y="142884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Start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3" name="Rectangle 282"/>
          <p:cNvSpPr/>
          <p:nvPr/>
        </p:nvSpPr>
        <p:spPr>
          <a:xfrm>
            <a:off x="476280" y="1962000"/>
            <a:ext cx="25714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5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Program entry and initialization.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4" name="Rectangle 283"/>
          <p:cNvSpPr/>
          <p:nvPr/>
        </p:nvSpPr>
        <p:spPr>
          <a:xfrm>
            <a:off x="3200400" y="142884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Main Menu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5" name="Rectangle 284"/>
          <p:cNvSpPr/>
          <p:nvPr/>
        </p:nvSpPr>
        <p:spPr>
          <a:xfrm>
            <a:off x="3200400" y="1962000"/>
            <a:ext cx="257148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5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Menu displayed to the user.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6" name="Rectangle 285"/>
          <p:cNvSpPr/>
          <p:nvPr/>
        </p:nvSpPr>
        <p:spPr>
          <a:xfrm>
            <a:off x="5924520" y="1428840"/>
            <a:ext cx="2571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Choose Operation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7" name="Rectangle 286"/>
          <p:cNvSpPr/>
          <p:nvPr/>
        </p:nvSpPr>
        <p:spPr>
          <a:xfrm>
            <a:off x="5924520" y="1962000"/>
            <a:ext cx="25714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User selects Add/Display/Search/Update/Delete.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87"/>
          <p:cNvSpPr/>
          <p:nvPr/>
        </p:nvSpPr>
        <p:spPr>
          <a:xfrm>
            <a:off x="476280" y="3808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Key Operation Costs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89" name="Rectangle 288"/>
          <p:cNvSpPr/>
          <p:nvPr/>
        </p:nvSpPr>
        <p:spPr>
          <a:xfrm>
            <a:off x="476280" y="142884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0" name="Rectangle 289"/>
          <p:cNvSpPr/>
          <p:nvPr/>
        </p:nvSpPr>
        <p:spPr>
          <a:xfrm>
            <a:off x="3809880" y="142884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Add cost: constant time (O(1)).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1" name="Rectangle 290"/>
          <p:cNvSpPr/>
          <p:nvPr/>
        </p:nvSpPr>
        <p:spPr>
          <a:xfrm>
            <a:off x="476280" y="207648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2" name="Rectangle 291"/>
          <p:cNvSpPr/>
          <p:nvPr/>
        </p:nvSpPr>
        <p:spPr>
          <a:xfrm>
            <a:off x="3809880" y="2076480"/>
            <a:ext cx="485748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Search, Update, Delete, Save/Load: linear (O(n)); linear scans of student.txt or in-memory array.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3" name="Rectangle 292"/>
          <p:cNvSpPr/>
          <p:nvPr/>
        </p:nvSpPr>
        <p:spPr>
          <a:xfrm>
            <a:off x="476280" y="272412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4" name="Rectangle 293"/>
          <p:cNvSpPr/>
          <p:nvPr/>
        </p:nvSpPr>
        <p:spPr>
          <a:xfrm>
            <a:off x="3809880" y="272412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Auxiliary space: constant (O(1)).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5" name="Rectangle 294"/>
          <p:cNvSpPr/>
          <p:nvPr/>
        </p:nvSpPr>
        <p:spPr>
          <a:xfrm>
            <a:off x="476280" y="337176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6" name="Rectangle 295"/>
          <p:cNvSpPr/>
          <p:nvPr/>
        </p:nvSpPr>
        <p:spPr>
          <a:xfrm>
            <a:off x="3809880" y="3371760"/>
            <a:ext cx="485748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6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Note: concrete scans occur over n records.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7" name="Rectangle 296"/>
          <p:cNvSpPr/>
          <p:nvPr/>
        </p:nvSpPr>
        <p:spPr>
          <a:xfrm>
            <a:off x="476280" y="4019400"/>
            <a:ext cx="304776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8" name="Rectangle 297"/>
          <p:cNvSpPr/>
          <p:nvPr/>
        </p:nvSpPr>
        <p:spPr>
          <a:xfrm>
            <a:off x="3809880" y="4019400"/>
            <a:ext cx="4857480" cy="42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Operations are built with structs, arrays, functions, and file I/O.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298"/>
          <p:cNvSpPr/>
          <p:nvPr/>
        </p:nvSpPr>
        <p:spPr>
          <a:xfrm>
            <a:off x="714240" y="523800"/>
            <a:ext cx="771480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Sample Screens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0" name="Rectangle 299"/>
          <p:cNvSpPr/>
          <p:nvPr/>
        </p:nvSpPr>
        <p:spPr>
          <a:xfrm>
            <a:off x="714240" y="1123920"/>
            <a:ext cx="771480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Main Menu appears with numbered options and clear prompts. Add Student flow asks for roll, name, and marks. Display Students shows a tabular list including total, percentage, and grade. Future directions include Login Authentication, CGPA, Attendance, Database integration, or a GUI.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205;p151"/>
          <p:cNvGrpSpPr/>
          <p:nvPr/>
        </p:nvGrpSpPr>
        <p:grpSpPr>
          <a:xfrm>
            <a:off x="4776840" y="3571920"/>
            <a:ext cx="1696320" cy="1688760"/>
            <a:chOff x="4776840" y="3571920"/>
            <a:chExt cx="1696320" cy="1688760"/>
          </a:xfrm>
        </p:grpSpPr>
        <p:sp>
          <p:nvSpPr>
            <p:cNvPr id="302" name="Google Shape;3206;p151"/>
            <p:cNvSpPr/>
            <p:nvPr/>
          </p:nvSpPr>
          <p:spPr>
            <a:xfrm flipV="1">
              <a:off x="4776840" y="3572280"/>
              <a:ext cx="1696320" cy="1688400"/>
            </a:xfrm>
            <a:custGeom>
              <a:avLst/>
              <a:gdLst>
                <a:gd name="textAreaLeft" fmla="*/ 0 w 1696320"/>
                <a:gd name="textAreaRight" fmla="*/ 1696680 w 1696320"/>
                <a:gd name="textAreaTop" fmla="*/ 360 h 1688400"/>
                <a:gd name="textAreaBottom" fmla="*/ 1689120 h 1688400"/>
              </a:gdLst>
              <a:ahLst/>
              <a:cxnLst/>
              <a:rect l="textAreaLeft" t="textAreaTop" r="textAreaRight" b="textAreaBottom"/>
              <a:pathLst>
                <a:path w="45663" h="45449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3207;p151"/>
            <p:cNvSpPr/>
            <p:nvPr/>
          </p:nvSpPr>
          <p:spPr>
            <a:xfrm flipV="1">
              <a:off x="5131080" y="5104080"/>
              <a:ext cx="8640" cy="648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360 h 6480"/>
                <a:gd name="textAreaBottom" fmla="*/ 7200 h 6480"/>
              </a:gdLst>
              <a:ahLst/>
              <a:cxnLst/>
              <a:rect l="textAreaLeft" t="textAreaTop" r="textAreaRight" b="textAreaBottom"/>
              <a:pathLst>
                <a:path w="242" h="188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" bIns="3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3208;p151"/>
            <p:cNvSpPr/>
            <p:nvPr/>
          </p:nvSpPr>
          <p:spPr>
            <a:xfrm flipV="1">
              <a:off x="5226480" y="5029560"/>
              <a:ext cx="266040" cy="22428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224280"/>
                <a:gd name="textAreaBottom" fmla="*/ 224280 h 224280"/>
              </a:gdLst>
              <a:ahLst/>
              <a:cxnLst/>
              <a:rect l="textAreaLeft" t="textAreaTop" r="textAreaRight" b="textAreaBottom"/>
              <a:pathLst>
                <a:path w="7174" h="605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3209;p151"/>
            <p:cNvSpPr/>
            <p:nvPr/>
          </p:nvSpPr>
          <p:spPr>
            <a:xfrm flipV="1">
              <a:off x="5579640" y="5030280"/>
              <a:ext cx="267120" cy="23040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230400"/>
                <a:gd name="textAreaBottom" fmla="*/ 231120 h 230400"/>
              </a:gdLst>
              <a:ahLst/>
              <a:cxnLst/>
              <a:rect l="textAreaLeft" t="textAreaTop" r="textAreaRight" b="textAreaBottom"/>
              <a:pathLst>
                <a:path w="7201" h="6211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3210;p151"/>
            <p:cNvSpPr/>
            <p:nvPr/>
          </p:nvSpPr>
          <p:spPr>
            <a:xfrm flipV="1">
              <a:off x="5933520" y="5103360"/>
              <a:ext cx="101160" cy="594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-360 h 59400"/>
                <a:gd name="textAreaBottom" fmla="*/ 59400 h 59400"/>
              </a:gdLst>
              <a:ahLst/>
              <a:cxnLst/>
              <a:rect l="textAreaLeft" t="textAreaTop" r="textAreaRight" b="textAreaBottom"/>
              <a:pathLst>
                <a:path w="2731" h="1607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880" bIns="29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3211;p151"/>
            <p:cNvSpPr/>
            <p:nvPr/>
          </p:nvSpPr>
          <p:spPr>
            <a:xfrm flipV="1">
              <a:off x="6063840" y="5030280"/>
              <a:ext cx="5760" cy="11304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360 h 113040"/>
                <a:gd name="textAreaBottom" fmla="*/ 113760 h 113040"/>
              </a:gdLst>
              <a:ahLst/>
              <a:cxnLst/>
              <a:rect l="textAreaLeft" t="textAreaTop" r="textAreaRight" b="textAreaBottom"/>
              <a:pathLst>
                <a:path w="162" h="3052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520" bIns="56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3212;p151"/>
            <p:cNvSpPr/>
            <p:nvPr/>
          </p:nvSpPr>
          <p:spPr>
            <a:xfrm flipV="1">
              <a:off x="4833720" y="4723920"/>
              <a:ext cx="1800" cy="36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360 h 3600"/>
                <a:gd name="textAreaBottom" fmla="*/ 4320 h 3600"/>
              </a:gdLst>
              <a:ahLst/>
              <a:cxnLst/>
              <a:rect l="textAreaLeft" t="textAreaTop" r="textAreaRight" b="textAreaBottom"/>
              <a:pathLst>
                <a:path w="55" h="108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3213;p151"/>
            <p:cNvSpPr/>
            <p:nvPr/>
          </p:nvSpPr>
          <p:spPr>
            <a:xfrm flipV="1">
              <a:off x="4964040" y="494820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-360 h 1800"/>
                <a:gd name="textAreaBottom" fmla="*/ 1800 h 1800"/>
              </a:gdLst>
              <a:ahLst/>
              <a:cxnLst/>
              <a:rect l="textAreaLeft" t="textAreaTop" r="textAreaRight" b="textAreaBottom"/>
              <a:pathLst>
                <a:path w="54" h="55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" bIns="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3214;p151"/>
            <p:cNvSpPr/>
            <p:nvPr/>
          </p:nvSpPr>
          <p:spPr>
            <a:xfrm flipV="1">
              <a:off x="4889160" y="4797720"/>
              <a:ext cx="76320" cy="4752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360 h 47520"/>
                <a:gd name="textAreaBottom" fmla="*/ 48240 h 47520"/>
              </a:gdLst>
              <a:ahLst/>
              <a:cxnLst/>
              <a:rect l="textAreaLeft" t="textAreaTop" r="textAreaRight" b="textAreaBottom"/>
              <a:pathLst>
                <a:path w="2062" h="1286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3215;p151"/>
            <p:cNvSpPr/>
            <p:nvPr/>
          </p:nvSpPr>
          <p:spPr>
            <a:xfrm flipV="1">
              <a:off x="5052240" y="4723200"/>
              <a:ext cx="266040" cy="3049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304920"/>
                <a:gd name="textAreaBottom" fmla="*/ 304920 h 30492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3216;p151"/>
            <p:cNvSpPr/>
            <p:nvPr/>
          </p:nvSpPr>
          <p:spPr>
            <a:xfrm flipV="1">
              <a:off x="5405400" y="472500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3217;p151"/>
            <p:cNvSpPr/>
            <p:nvPr/>
          </p:nvSpPr>
          <p:spPr>
            <a:xfrm flipV="1">
              <a:off x="5759640" y="472500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3218;p151"/>
            <p:cNvSpPr/>
            <p:nvPr/>
          </p:nvSpPr>
          <p:spPr>
            <a:xfrm flipV="1">
              <a:off x="6112440" y="4725000"/>
              <a:ext cx="266040" cy="2743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274320"/>
                <a:gd name="textAreaBottom" fmla="*/ 275040 h 274320"/>
              </a:gdLst>
              <a:ahLst/>
              <a:cxnLst/>
              <a:rect l="textAreaLeft" t="textAreaTop" r="textAreaRight" b="textAreaBottom"/>
              <a:pathLst>
                <a:path w="7174" h="7388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3219;p151"/>
            <p:cNvSpPr/>
            <p:nvPr/>
          </p:nvSpPr>
          <p:spPr>
            <a:xfrm flipV="1">
              <a:off x="4779720" y="4485240"/>
              <a:ext cx="6480" cy="864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36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188" h="242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3220;p151"/>
            <p:cNvSpPr/>
            <p:nvPr/>
          </p:nvSpPr>
          <p:spPr>
            <a:xfrm flipV="1">
              <a:off x="4873320" y="441180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3221;p151"/>
            <p:cNvSpPr/>
            <p:nvPr/>
          </p:nvSpPr>
          <p:spPr>
            <a:xfrm flipV="1">
              <a:off x="5226480" y="441180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3222;p151"/>
            <p:cNvSpPr/>
            <p:nvPr/>
          </p:nvSpPr>
          <p:spPr>
            <a:xfrm flipV="1">
              <a:off x="5579640" y="441180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3223;p151"/>
            <p:cNvSpPr/>
            <p:nvPr/>
          </p:nvSpPr>
          <p:spPr>
            <a:xfrm flipV="1">
              <a:off x="5933520" y="4411080"/>
              <a:ext cx="266040" cy="3049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304920"/>
                <a:gd name="textAreaBottom" fmla="*/ 304920 h 304920"/>
              </a:gdLst>
              <a:ahLst/>
              <a:cxnLst/>
              <a:rect l="textAreaLeft" t="textAreaTop" r="textAreaRight" b="textAreaBottom"/>
              <a:pathLst>
                <a:path w="7174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3224;p151"/>
            <p:cNvSpPr/>
            <p:nvPr/>
          </p:nvSpPr>
          <p:spPr>
            <a:xfrm flipV="1">
              <a:off x="6286680" y="4411080"/>
              <a:ext cx="178560" cy="304920"/>
            </a:xfrm>
            <a:custGeom>
              <a:avLst/>
              <a:gdLst>
                <a:gd name="textAreaLeft" fmla="*/ 0 w 178560"/>
                <a:gd name="textAreaRight" fmla="*/ 178920 w 178560"/>
                <a:gd name="textAreaTop" fmla="*/ -360 h 304920"/>
                <a:gd name="textAreaBottom" fmla="*/ 304920 h 304920"/>
              </a:gdLst>
              <a:ahLst/>
              <a:cxnLst/>
              <a:rect l="textAreaLeft" t="textAreaTop" r="textAreaRight" b="textAreaBottom"/>
              <a:pathLst>
                <a:path w="4819" h="8218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3225;p151"/>
            <p:cNvSpPr/>
            <p:nvPr/>
          </p:nvSpPr>
          <p:spPr>
            <a:xfrm flipV="1">
              <a:off x="4784760" y="4116240"/>
              <a:ext cx="180720" cy="303840"/>
            </a:xfrm>
            <a:custGeom>
              <a:avLst/>
              <a:gdLst>
                <a:gd name="textAreaLeft" fmla="*/ 0 w 180720"/>
                <a:gd name="textAreaRight" fmla="*/ 181080 w 1807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4872" h="8191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3226;p151"/>
            <p:cNvSpPr/>
            <p:nvPr/>
          </p:nvSpPr>
          <p:spPr>
            <a:xfrm flipV="1">
              <a:off x="5052240" y="41162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3227;p151"/>
            <p:cNvSpPr/>
            <p:nvPr/>
          </p:nvSpPr>
          <p:spPr>
            <a:xfrm flipV="1">
              <a:off x="5405400" y="411624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3228;p151"/>
            <p:cNvSpPr/>
            <p:nvPr/>
          </p:nvSpPr>
          <p:spPr>
            <a:xfrm flipV="1">
              <a:off x="5759640" y="41162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3229;p151"/>
            <p:cNvSpPr/>
            <p:nvPr/>
          </p:nvSpPr>
          <p:spPr>
            <a:xfrm flipV="1">
              <a:off x="6112440" y="411624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3230;p151"/>
            <p:cNvSpPr/>
            <p:nvPr/>
          </p:nvSpPr>
          <p:spPr>
            <a:xfrm flipV="1">
              <a:off x="4873320" y="3832200"/>
              <a:ext cx="266040" cy="27108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271080"/>
                <a:gd name="textAreaBottom" fmla="*/ 271080 h 271080"/>
              </a:gdLst>
              <a:ahLst/>
              <a:cxnLst/>
              <a:rect l="textAreaLeft" t="textAreaTop" r="textAreaRight" b="textAreaBottom"/>
              <a:pathLst>
                <a:path w="7174" h="7308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3231;p151"/>
            <p:cNvSpPr/>
            <p:nvPr/>
          </p:nvSpPr>
          <p:spPr>
            <a:xfrm flipV="1">
              <a:off x="5226480" y="380016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3232;p151"/>
            <p:cNvSpPr/>
            <p:nvPr/>
          </p:nvSpPr>
          <p:spPr>
            <a:xfrm flipV="1">
              <a:off x="5579640" y="3800160"/>
              <a:ext cx="267120" cy="30384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201" h="8191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3233;p151"/>
            <p:cNvSpPr/>
            <p:nvPr/>
          </p:nvSpPr>
          <p:spPr>
            <a:xfrm flipV="1">
              <a:off x="5933520" y="3800160"/>
              <a:ext cx="266040" cy="30384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360 h 303840"/>
                <a:gd name="textAreaBottom" fmla="*/ 304560 h 303840"/>
              </a:gdLst>
              <a:ahLst/>
              <a:cxnLst/>
              <a:rect l="textAreaLeft" t="textAreaTop" r="textAreaRight" b="textAreaBottom"/>
              <a:pathLst>
                <a:path w="7174" h="8191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3234;p151"/>
            <p:cNvSpPr/>
            <p:nvPr/>
          </p:nvSpPr>
          <p:spPr>
            <a:xfrm flipV="1">
              <a:off x="6286680" y="3985200"/>
              <a:ext cx="72360" cy="4536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360 h 45360"/>
                <a:gd name="textAreaBottom" fmla="*/ 46080 h 45360"/>
              </a:gdLst>
              <a:ahLst/>
              <a:cxnLst/>
              <a:rect l="textAreaLeft" t="textAreaTop" r="textAreaRight" b="textAreaBottom"/>
              <a:pathLst>
                <a:path w="1955" h="1232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680" bIns="22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3235;p151"/>
            <p:cNvSpPr/>
            <p:nvPr/>
          </p:nvSpPr>
          <p:spPr>
            <a:xfrm flipV="1">
              <a:off x="5212440" y="3671640"/>
              <a:ext cx="106200" cy="633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360 h 63360"/>
                <a:gd name="textAreaBottom" fmla="*/ 64080 h 63360"/>
              </a:gdLst>
              <a:ahLst/>
              <a:cxnLst/>
              <a:rect l="textAreaLeft" t="textAreaTop" r="textAreaRight" b="textAreaBottom"/>
              <a:pathLst>
                <a:path w="2865" h="1714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1680" bIns="31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3236;p151"/>
            <p:cNvSpPr/>
            <p:nvPr/>
          </p:nvSpPr>
          <p:spPr>
            <a:xfrm flipV="1">
              <a:off x="5182560" y="3687840"/>
              <a:ext cx="5760" cy="11988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-360 h 119880"/>
                <a:gd name="textAreaBottom" fmla="*/ 119880 h 119880"/>
              </a:gdLst>
              <a:ahLst/>
              <a:cxnLst/>
              <a:rect l="textAreaLeft" t="textAreaTop" r="textAreaRight" b="textAreaBottom"/>
              <a:pathLst>
                <a:path w="162" h="324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3237;p151"/>
            <p:cNvSpPr/>
            <p:nvPr/>
          </p:nvSpPr>
          <p:spPr>
            <a:xfrm flipV="1">
              <a:off x="5405400" y="3571560"/>
              <a:ext cx="267120" cy="236520"/>
            </a:xfrm>
            <a:custGeom>
              <a:avLst/>
              <a:gdLst>
                <a:gd name="textAreaLeft" fmla="*/ 0 w 267120"/>
                <a:gd name="textAreaRight" fmla="*/ 267480 w 267120"/>
                <a:gd name="textAreaTop" fmla="*/ -360 h 236520"/>
                <a:gd name="textAreaBottom" fmla="*/ 236520 h 236520"/>
              </a:gdLst>
              <a:ahLst/>
              <a:cxnLst/>
              <a:rect l="textAreaLeft" t="textAreaTop" r="textAreaRight" b="textAreaBottom"/>
              <a:pathLst>
                <a:path w="7201" h="6371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3238;p151"/>
            <p:cNvSpPr/>
            <p:nvPr/>
          </p:nvSpPr>
          <p:spPr>
            <a:xfrm flipV="1">
              <a:off x="5759640" y="3578400"/>
              <a:ext cx="266040" cy="229320"/>
            </a:xfrm>
            <a:custGeom>
              <a:avLst/>
              <a:gdLst>
                <a:gd name="textAreaLeft" fmla="*/ 0 w 266040"/>
                <a:gd name="textAreaRight" fmla="*/ 266400 w 266040"/>
                <a:gd name="textAreaTop" fmla="*/ -360 h 229320"/>
                <a:gd name="textAreaBottom" fmla="*/ 229320 h 229320"/>
              </a:gdLst>
              <a:ahLst/>
              <a:cxnLst/>
              <a:rect l="textAreaLeft" t="textAreaTop" r="textAreaRight" b="textAreaBottom"/>
              <a:pathLst>
                <a:path w="7174" h="6184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3239;p151"/>
            <p:cNvSpPr/>
            <p:nvPr/>
          </p:nvSpPr>
          <p:spPr>
            <a:xfrm flipV="1">
              <a:off x="6112440" y="3726360"/>
              <a:ext cx="11520" cy="864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360 h 8640"/>
                <a:gd name="textAreaBottom" fmla="*/ 9360 h 8640"/>
              </a:gdLst>
              <a:ahLst/>
              <a:cxnLst/>
              <a:rect l="textAreaLeft" t="textAreaTop" r="textAreaRight" b="textAreaBottom"/>
              <a:pathLst>
                <a:path w="322" h="242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36" name="Rectangle 335"/>
          <p:cNvSpPr/>
          <p:nvPr/>
        </p:nvSpPr>
        <p:spPr>
          <a:xfrm>
            <a:off x="714240" y="523800"/>
            <a:ext cx="771480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40474B"/>
                </a:solidFill>
                <a:effectLst/>
                <a:uFillTx/>
                <a:latin typeface="Hammersmith One"/>
              </a:rPr>
              <a:t>Final Takeaway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37" name="Rectangle 336"/>
          <p:cNvSpPr/>
          <p:nvPr/>
        </p:nvSpPr>
        <p:spPr>
          <a:xfrm>
            <a:off x="895320" y="1581120"/>
            <a:ext cx="4809600" cy="24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0474B"/>
                </a:solidFill>
                <a:effectLst/>
                <a:uFillTx/>
                <a:latin typeface="Manjari"/>
              </a:rPr>
              <a:t>A concise, menu-driven C program can reliably manage student records with basic file I/O and clear program flow. It meets core objectives—record operations and data persistence—while remaining approachable for learners. This work provides a solid foundation for future enhancements, from authentication to CGPA tracking or a GUI, prioritizing robustness and usability.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312D-0C9A-D8EE-9C0A-89E8108D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6D39E-5A67-7206-B7A0-ABA33543FC1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283040" y="1290600"/>
            <a:ext cx="6577560" cy="12811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            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             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        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807872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C8A591"/>
      </a:dk2>
      <a:lt2>
        <a:srgbClr val="FFFFFF"/>
      </a:lt2>
      <a:accent1>
        <a:srgbClr val="A0A299"/>
      </a:accent1>
      <a:accent2>
        <a:srgbClr val="40474B"/>
      </a:accent2>
      <a:accent3>
        <a:srgbClr val="C8A591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C8A591"/>
      </a:dk2>
      <a:lt2>
        <a:srgbClr val="FFFFFF"/>
      </a:lt2>
      <a:accent1>
        <a:srgbClr val="A0A299"/>
      </a:accent1>
      <a:accent2>
        <a:srgbClr val="40474B"/>
      </a:accent2>
      <a:accent3>
        <a:srgbClr val="C8A591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609</Words>
  <Application>Microsoft Office PowerPoint</Application>
  <PresentationFormat>On-screen Show (16:9)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Hammersmith One</vt:lpstr>
      <vt:lpstr>Manjari</vt:lpstr>
      <vt:lpstr>OpenSymbol</vt:lpstr>
      <vt:lpstr>Symbol</vt:lpstr>
      <vt:lpstr>Wingdings</vt:lpstr>
      <vt:lpstr>Elegant Education Pack for Students XL by Slidesgo</vt:lpstr>
      <vt:lpstr>Elegant Education Pack for Students XL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Dilep Kumar</cp:lastModifiedBy>
  <cp:revision>2</cp:revision>
  <dcterms:modified xsi:type="dcterms:W3CDTF">2026-07-20T08:34:36Z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2026-07-20T08:19:56Z</dcterms:created>
  <dc:creator>Slidesgo AI</dc:creator>
  <dc:description/>
  <dc:language>en-US</dc:language>
  <cp:lastModifiedBy>Unknown Creator</cp:lastModifiedBy>
  <dcterms:modified xsi:type="dcterms:W3CDTF">2026-07-20T08:19:56Z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a24d745e-8ee8-42c1-b0e8-e988ece0d7b4</vt:lpwstr>
  </property>
</Properties>
</file>